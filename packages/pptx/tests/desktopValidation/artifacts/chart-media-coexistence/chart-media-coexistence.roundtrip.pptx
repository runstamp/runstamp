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1299999999999999E-2"/>
          <c:y val="0.04"/>
          <c:w val="0.95740000000000003"/>
          <c:h val="0.719199999999999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5C4-234C-AEB6-B3620399E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2.1299999999999999E-2"/>
          <c:y val="0.86909999999999998"/>
          <c:w val="0.95740000000000003"/>
          <c:h val="9.0899999999999995E-2"/>
        </c:manualLayout>
      </c:layout>
      <c:overlay val="0"/>
      <c:txPr>
        <a:bodyPr/>
        <a:lstStyle/>
        <a:p>
          <a:pPr>
            <a:defRPr sz="750">
              <a:latin typeface="Carlito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33400" y="361950"/>
            <a:ext cx="8001000" cy="4191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197"/>
              </a:lnSpc>
            </a:pPr>
            <a:r>
              <a:rPr lang="en-US" sz="18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Chart and media relationships remain independently resolvable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533400" y="1066800"/>
          <a:ext cx="5905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 4" descr="Red pixel relationship probe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676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and Media Coexistence</dc:title>
  <dc:creator>Runstamp</dc:creator>
  <cp:lastModifiedBy>진용 김</cp:lastModifiedBy>
  <cp:revision>1</cp:revision>
  <dcterms:created xsi:type="dcterms:W3CDTF">1980-01-01T00:00:02Z</dcterms:created>
  <dcterms:modified xsi:type="dcterms:W3CDTF">2026-08-14T13:14:57Z</dcterms:modified>
</cp:coreProperties>
</file>