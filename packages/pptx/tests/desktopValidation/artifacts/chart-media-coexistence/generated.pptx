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webp" ContentType="image/webp"/>
  <Default Extension="tiff" ContentType="image/tiff"/>
  <Default Extension="bmp" ContentType="image/bmp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charts/chart1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5" Type="http://schemas.openxmlformats.org/package/2006/relationships/metadata/thumbnail" Target="docProps/thumbnail.jpeg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3"/>
  </p:sldIdLst>
  <p:sldSz cx="12192000" cy="6858000" type="custom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5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presProps" Target="presProps.xml"/>
  <Relationship Id="rId5" Type="http://schemas.openxmlformats.org/officeDocument/2006/relationships/viewProps" Target="viewProps.xml"/>
  <Relationship Id="rId6" Type="http://schemas.openxmlformats.org/officeDocument/2006/relationships/tableStyles" Target="tableStyles.xml"/>
</Relationships>
</file>

<file path=ppt/charts/_rels/chart1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1.xlsx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0213"/>
          <c:y val="0.04"/>
          <c:w val="0.9574"/>
          <c:h val="0.719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563EB"/>
            </a:solidFill>
          </c:spPr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18</c:v>
                </c:pt>
                <c:pt idx="2">
                  <c:v>27</c:v>
                </c:pt>
              </c:numCache>
            </c:numRef>
          </c:val>
        </c:ser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222222222"/>
        <c:crosses val="autoZero"/>
        <c:auto val="1"/>
        <c:lblAlgn val="ctr"/>
        <c:lblOffset val="100"/>
      </c:catAx>
      <c:valAx>
        <c:axId val="22222222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111111111"/>
        <c:crosses val="autoZero"/>
        <c:crossBetween val="between"/>
      </c:valAx>
      <c:spPr>
        <a:noFill/>
        <a:ln>
          <a:noFill/>
        </a:ln>
      </c:spPr>
    </c:plotArea>
    <c:legend>
      <c:legendPos val="b"/>
      <c:layout>
        <c:manualLayout>
          <c:xMode val="edge"/>
          <c:yMode val="edge"/>
          <c:wMode val="factor"/>
          <c:hMode val="factor"/>
          <c:x val="0.0213"/>
          <c:y val="0.8691"/>
          <c:w val="0.9574"/>
          <c:h val="0.0909"/>
        </c:manualLayout>
      </c:layout>
      <c:overlay val="0"/>
      <c:txPr>
        <a:bodyPr/>
        <a:lstStyle/>
        <a:p>
          <a:pPr>
            <a:defRPr sz="750">
              <a:latin typeface="Carlito"/>
            </a:defRPr>
          </a:pPr>
          <a:endParaRPr lang="en-US" dirty="0"/>
        </a:p>
      </c:txPr>
    </c:legend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lvl1pPr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  <Relationship Id="rId3" Type="http://schemas.openxmlformats.org/officeDocument/2006/relationships/chart" Target="../charts/char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33400" y="361950"/>
            <a:ext cx="8001000" cy="4191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2197"/>
              </a:lnSpc>
            </a:pPr>
            <a:r>
              <a:rPr lang="en-US" sz="1800" b="1" dirty="0">
                <a:solidFill>
                  <a:srgbClr val="0F172A"/>
                </a:solidFill>
                <a:latin typeface="Carlito"/>
                <a:ea typeface=""/>
                <a:cs typeface=""/>
              </a:rPr>
              <a:t>Chart and media relationships remain independently resolvable</a:t>
            </a:r>
            <a:endParaRPr lang="en-US" dirty="0"/>
          </a:p>
        </p:txBody>
      </p:sp>
      <p:graphicFrame>
        <p:nvGraphicFramePr>
          <p:cNvPr id="3" name="Chart 3"/>
          <p:cNvGraphicFramePr>
            <a:graphicFrameLocks noGrp="1"/>
          </p:cNvGraphicFramePr>
          <p:nvPr/>
        </p:nvGraphicFramePr>
        <p:xfrm>
          <a:off x="533400" y="1066800"/>
          <a:ext cx="5905500" cy="3143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4" name="Image 4" descr="Red pixel relationship probe"/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200" y="16764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9D18E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!-- Batch E will replace these script slots once matching assets are admitted. --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Deva" typeface="Mangal"/>
      </a:majorFont>
      <a:minorFont>
        <a:latin typeface="Carlito"/>
        <a:ea typeface=""/>
        <a:cs typeface=""/>
        <!-- Batch E will replace these script slots once matching assets are admitted. --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Deva" typeface="Mang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lumMod val="102000"/>
                <a:satMod val="130000"/>
              </a:schemeClr>
            </a:gs>
            <a:gs pos="100000">
              <a:schemeClr val="phClr">
                <a:shade val="90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Runstamp</Application>
  <PresentationFormat>On-screen Show (16:9)</PresentationFormat>
  <Slides>1</Slides>
  <HiddenSlides>0</HiddenSlide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Carlito</vt:lpstr>
      <vt:lpstr>Carlito</vt:lpstr>
      <vt:lpstr>Office Theme</vt:lpstr>
      <vt:lpstr>Slide 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Chart and Media Coexistence</dc:title>
  <dc:creator>Runstamp</dc:creator>
  <cp:lastModifiedBy>Runstamp</cp:lastModifiedBy>
  <cp:revision>1</cp:revision>
  <dcterms:created xsi:type="dcterms:W3CDTF">1980-01-01T00:00:02Z</dcterms:created>
  <dcterms:modified xsi:type="dcterms:W3CDTF">1980-01-01T00:00:02Z</dcterms:modified>
</cp:coreProperties>
</file>