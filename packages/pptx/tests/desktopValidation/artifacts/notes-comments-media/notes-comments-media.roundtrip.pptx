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000" kern="1200">
        <a:solidFill>
          <a:schemeClr val="tx1"/>
        </a:solidFill>
        <a:latin typeface="+mn-lt"/>
        <a:ea typeface="+mn-ea"/>
        <a:cs typeface="+mn-cs"/>
      </a:defRPr>
    </a:lvl5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QA" initials="Q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3-13T08:00:00" idx="1">
    <p:pos x="762000" y="571500"/>
    <p:text>Desktop validation should catch repair dialogs before release.</p:tex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667C3-3AB7-4AEA-82BB-DA8A0DBBEBE9}" type="datetimeFigureOut">
              <a:rPr lang="en-US" smtClean="0"/>
              <a:t>8/14/26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C4BB14-4C46-422B-8DFB-0D98168BB7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698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 to verify notesSlide generation and desktop-open 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CBF269-7878-420E-8749-204283876BA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7470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slide keeps notes/comments indexing and rel targets honest.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F81B16-5B88-4B99-B4B0-56358588CE8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747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552450" y="495300"/>
            <a:ext cx="4953000" cy="381000"/>
          </a:xfrm>
          <a:prstGeom prst="rect">
            <a:avLst/>
          </a:prstGeom>
          <a:noFill/>
          <a:ln>
            <a:noFill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2242"/>
              </a:lnSpc>
            </a:pPr>
            <a:r>
              <a:rPr lang="en-US" sz="1950" b="1" dirty="0">
                <a:solidFill>
                  <a:srgbClr val="FFFFFF"/>
                </a:solidFill>
                <a:latin typeface="Liberation Sans"/>
                <a:ea typeface=""/>
                <a:cs typeface=""/>
              </a:rPr>
              <a:t>Background image + notes + comments</a:t>
            </a:r>
            <a:endParaRPr lang="en-US" dirty="0"/>
          </a:p>
        </p:txBody>
      </p:sp>
      <p:pic>
        <p:nvPicPr>
          <p:cNvPr id="3" name="Image 3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143000"/>
            <a:ext cx="17145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iew 2"/>
          <p:cNvSpPr/>
          <p:nvPr/>
        </p:nvSpPr>
        <p:spPr>
          <a:xfrm>
            <a:off x="666750" y="952500"/>
            <a:ext cx="7810500" cy="2381250"/>
          </a:xfrm>
          <a:prstGeom prst="rect">
            <a:avLst/>
          </a:prstGeom>
          <a:solidFill>
            <a:srgbClr val="F8FAFC"/>
          </a:solidFill>
          <a:ln w="9525">
            <a:solidFill>
              <a:srgbClr val="CBD5E1"/>
            </a:solidFill>
            <a:round/>
          </a:ln>
        </p:spPr>
        <p:txBody>
          <a:bodyPr spcFirstLastPara="0" wrap="square" lIns="0" tIns="0" rIns="0" bIns="0" rtlCol="0">
            <a:normAutofit/>
          </a:bodyPr>
          <a:lstStyle/>
          <a:p>
            <a:pPr>
              <a:lnSpc>
                <a:spcPts val="2197"/>
              </a:lnSpc>
            </a:pPr>
            <a:r>
              <a:rPr lang="en-US" sz="1800" b="1" dirty="0">
                <a:solidFill>
                  <a:srgbClr val="0F172A"/>
                </a:solidFill>
                <a:latin typeface="Carlito"/>
                <a:ea typeface=""/>
                <a:cs typeface=""/>
              </a:rPr>
              <a:t>Rich media corpus follow-up slide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9D18E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rlito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Deva" typeface="Mangal"/>
      </a:majorFont>
      <a:minorFont>
        <a:latin typeface="Carlito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Deva" typeface="Mang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rli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rli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lumMod val="102000"/>
                <a:satMod val="130000"/>
              </a:schemeClr>
            </a:gs>
            <a:gs pos="100000">
              <a:schemeClr val="phClr">
                <a:shade val="90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Microsoft Macintosh PowerPoint</Application>
  <PresentationFormat>Widescreen</PresentationFormat>
  <Paragraphs>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Carlito</vt:lpstr>
      <vt:lpstr>Liberation Sans</vt:lpstr>
      <vt:lpstr>Arial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Notes Comments and Media Corpus</dc:title>
  <dc:creator>Runstamp</dc:creator>
  <cp:lastModifiedBy>진용 김</cp:lastModifiedBy>
  <cp:revision>1</cp:revision>
  <dcterms:created xsi:type="dcterms:W3CDTF">1980-01-01T00:00:02Z</dcterms:created>
  <dcterms:modified xsi:type="dcterms:W3CDTF">2026-08-14T13:14:08Z</dcterms:modified>
</cp:coreProperties>
</file>