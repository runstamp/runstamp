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A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  <Relationship Id="rId8" Type="http://schemas.openxmlformats.org/officeDocument/2006/relationships/notesMaster" Target="notesMasters/notesMaster1.xml"/>
  <Relationship Id="rId9" Type="http://schemas.openxmlformats.org/officeDocument/2006/relationships/commentAuthors" Target="commentAuthors.xml"/>
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3-13T08:00:00Z" idx="1">
    <p:pos x="762000" y="571500"/>
    <p:text>Desktop validation should catch repair dialogs before release.</p:text>
  </p:cm>
</p:cmLst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67C3-3AB7-4AEA-82BB-DA8A0DBBEBE9}" type="datetimeFigureOut">
              <a:rPr lang="en-US" smtClean="0"/>
              <a:t>1/1/00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4BB14-4C46-422B-8DFB-0D98168B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to verify notesSlide generation and desktop-open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CBF269-7878-420E-8749-204283876B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47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keeps notes/comments indexing and rel targets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81B16-5B88-4B99-B4B0-56358588CE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47076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4" Type="http://schemas.openxmlformats.org/officeDocument/2006/relationships/image" Target="../media/image1.png"/>
  <Relationship Id="rId5" Type="http://schemas.openxmlformats.org/officeDocument/2006/relationships/notesSlide" Target="../notesSlides/notesSlide1.xml"/>
  <Relationship Id="rId6" Type="http://schemas.openxmlformats.org/officeDocument/2006/relationships/comments" Target="../comments/commen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2450" y="4953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242"/>
              </a:lnSpc>
            </a:pPr>
            <a:r>
              <a:rPr lang="en-US" sz="19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Background image + notes + comments</a:t>
            </a:r>
            <a:endParaRPr lang="en-US" dirty="0"/>
          </a:p>
        </p:txBody>
      </p:sp>
      <p:pic>
        <p:nvPicPr>
          <p:cNvPr id="3" name="Image 3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3000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666750" y="952500"/>
            <a:ext cx="7810500" cy="23812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round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197"/>
              </a:lnSpc>
            </a:pPr>
            <a:r>
              <a:rPr lang="en-US" sz="1800" b="1" dirty="0">
                <a:solidFill>
                  <a:srgbClr val="0F172A"/>
                </a:solidFill>
                <a:latin typeface="Carlito"/>
                <a:ea typeface=""/>
                <a:cs typeface=""/>
              </a:rPr>
              <a:t>Rich media corpus follow-up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Carlito</vt:lpstr>
      <vt:lpstr>Carlito</vt:lpstr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Comments and Media Corpus</dc:title>
  <dc:creator>Runstamp</dc:creator>
  <cp:lastModifiedBy>Runstamp</cp:lastModifiedBy>
  <cp:revision>1</cp:revision>
  <dcterms:created xsi:type="dcterms:W3CDTF">1980-01-01T00:00:02Z</dcterms:created>
  <dcterms:modified xsi:type="dcterms:W3CDTF">1980-01-01T00:00:02Z</dcterms:modified>
</cp:coreProperties>
</file>