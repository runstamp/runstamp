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3"/>
    <p:sldId id="257" r:id="rId4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QA" initials="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  <Relationship Id="rId8" Type="http://schemas.openxmlformats.org/officeDocument/2006/relationships/notesMaster" Target="notesMasters/notesMaster1.xml"/>
  <Relationship Id="rId9" Type="http://schemas.openxmlformats.org/officeDocument/2006/relationships/commentAuthors" Target="commentAuthors.xml"/>
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3-13T08:00:00Z" idx="1">
    <p:pos x="762000" y="571500"/>
    <p:text>Desktop validation should catch repair dialogs before release.</p:text>
  </p:cm>
</p:cmLst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  <Relationship Id="rId2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to verify notesSlide generation and desktop-open stability.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keeps notes/comments indexing and rel targets honest.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4" Type="http://schemas.openxmlformats.org/officeDocument/2006/relationships/image" Target="../media/image1.png"/>
  <Relationship Id="rId5" Type="http://schemas.openxmlformats.org/officeDocument/2006/relationships/notesSlide" Target="../notesSlides/notesSlide1.xml"/>
  <Relationship Id="rId6" Type="http://schemas.openxmlformats.org/officeDocument/2006/relationships/comments" Target="../comments/commen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2450" y="4953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340"/>
              </a:lnSpc>
            </a:pPr>
            <a:r>
              <a:rPr lang="en-US" sz="19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Background image + notes + comments</a:t>
            </a:r>
            <a:endParaRPr lang="en-US" dirty="0"/>
          </a:p>
        </p:txBody>
      </p:sp>
      <p:pic>
        <p:nvPicPr>
          <p:cNvPr id="3" name="Image 3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43000"/>
            <a:ext cx="1714500" cy="17145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666750" y="952500"/>
            <a:ext cx="7810500" cy="23812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round/>
          </a:ln>
        </p:spPr>
        <p:txBody>
          <a:bodyPr wrap="square" rtlCol="0" spcFirstLastPara="0" lIns="0" tIns="0" rIns="0" bIns="0"/>
          <a:lstStyle/>
          <a:p>
            <a:pPr>
              <a:lnSpc>
                <a:spcPts val="2452"/>
              </a:lnSpc>
            </a:pPr>
            <a:r>
              <a:rPr lang="en-US" sz="1800" b="1" dirty="0">
                <a:solidFill>
                  <a:srgbClr val="0F172A"/>
                </a:solidFill>
                <a:latin typeface="Aptos"/>
                <a:ea typeface=""/>
                <a:cs typeface=""/>
              </a:rPr>
              <a:t>Rich media corpus follow-up slide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Comments and Media Corpus</dc:title>
  <dc:creator>PaperJSX</dc:creator>
  <cp:lastModifiedBy>PaperJSX</cp:lastModifiedBy>
  <cp:revision>1</cp:revision>
  <dcterms:created xsi:type="dcterms:W3CDTF">2026-03-13T06:43:54Z</dcterms:created>
  <dcterms:modified xsi:type="dcterms:W3CDTF">2026-03-13T06:43:54Z</dcterms:modified>
</cp:coreProperties>
</file>