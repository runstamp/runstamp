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350" b="1">
                <a:solidFill>
                  <a:srgbClr val="000000"/>
                </a:solidFill>
                <a:latin typeface="Aptos"/>
              </a:rPr>
              <a:t>Bookings by region</a:t>
            </a:r>
          </a:p>
        </c:rich>
      </c:tx>
      <c:overlay val="0"/>
    </c:title>
    <c:plotArea>
      <c:layout>
        <c:manualLayout>
          <c:layoutTarget val="inner"/>
          <c:xMode val="edge"/>
          <c:yMode val="edge"/>
          <c:wMode val="factor"/>
          <c:hMode val="factor"/>
          <c:x val="0.017"/>
          <c:y val="0.1695"/>
          <c:w val="0.9661"/>
          <c:h val="0.70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31</c:v>
                </c:pt>
                <c:pt idx="3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</c:v>
                </c:pt>
                <c:pt idx="1">
                  <c:v>34</c:v>
                </c:pt>
                <c:pt idx="2">
                  <c:v>39</c:v>
                </c:pt>
                <c:pt idx="3">
                  <c:v>17</c:v>
                </c:pt>
              </c:numCache>
            </c:numRef>
          </c:val>
        </c:ser>
        <c:dLbls>
          <c:txPr>
            <a:bodyPr/>
            <a:lstStyle/>
            <a:p>
              <a:pPr>
                <a:defRPr sz="750">
                  <a:latin typeface="Aptos"/>
                </a:defRPr>
              </a:pPr>
              <a:endParaRPr lang="en-US" dirty="0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0"/>
          <a:lstStyle/>
          <a:p>
            <a:pPr>
              <a:defRPr sz="825">
                <a:latin typeface="Aptos"/>
              </a:defRPr>
            </a:pPr>
            <a:endParaRPr lang="en-US" dirty="0"/>
          </a:p>
        </c:tx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CBD5E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0"/>
          <a:lstStyle/>
          <a:p>
            <a:pPr>
              <a:defRPr sz="825">
                <a:latin typeface="Aptos"/>
              </a:defRPr>
            </a:pPr>
            <a:endParaRPr lang="en-US" dirty="0"/>
          </a:p>
        </c:tx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25">
              <a:latin typeface="Aptos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000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0F172A"/>
                </a:solidFill>
                <a:latin typeface="Aptos"/>
                <a:ea typeface=""/>
                <a:cs typeface=""/>
              </a:rPr>
              <a:t>Quarterly bookings expanded in every region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685800" y="1123950"/>
          <a:ext cx="7772400" cy="3295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Office Theme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 Chart Baseline</dc:title>
  <dc:creator>PaperJSX</dc:creator>
  <cp:lastModifiedBy>PaperJSX</cp:lastModifiedBy>
  <cp:revision>1</cp:revision>
  <dcterms:created xsi:type="dcterms:W3CDTF">2026-04-01T15:05:00Z</dcterms:created>
  <dcterms:modified xsi:type="dcterms:W3CDTF">2026-04-01T15:05:00Z</dcterms:modified>
</cp:coreProperties>
</file>