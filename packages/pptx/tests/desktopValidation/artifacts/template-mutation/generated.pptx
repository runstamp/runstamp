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ags/tag1.xml" ContentType="application/vnd.openxmlformats-officedocument.presentationml.tags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2.xml" ContentType="application/vnd.openxmlformats-officedocument.theme+xml"/>
  <Override PartName="/ppt/tags/tag2.xml" ContentType="application/vnd.openxmlformats-officedocument.presentationml.tags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2" r:id="rId2"/>
    <p:sldMasterId id="2147483676" r:id="rId3"/>
  </p:sldMasterIdLst>
  <p:notesMasterIdLst>
    <p:notesMasterId r:id="rId32"/>
  </p:notesMasterIdLst>
  <p:sldIdLst>
    <p:sldId id="256" r:id="rId101"/>
    <p:sldId id="257" r:id="rId10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777" userDrawn="1">
          <p15:clr>
            <a:srgbClr val="A4A3A4"/>
          </p15:clr>
        </p15:guide>
        <p15:guide id="2" pos="370" userDrawn="1">
          <p15:clr>
            <a:srgbClr val="A4A3A4"/>
          </p15:clr>
        </p15:guide>
        <p15:guide id="3" pos="7310" userDrawn="1">
          <p15:clr>
            <a:srgbClr val="A4A3A4"/>
          </p15:clr>
        </p15:guide>
        <p15:guide id="4" orient="horz" pos="572" userDrawn="1">
          <p15:clr>
            <a:srgbClr val="A4A3A4"/>
          </p15:clr>
        </p15:guide>
        <p15:guide id="5" orient="horz" pos="374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6E7E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 varScale="1">
        <p:scale>
          <a:sx n="153" d="100"/>
          <a:sy n="153" d="100"/>
        </p:scale>
        <p:origin x="484" y="96"/>
      </p:cViewPr>
      <p:guideLst>
        <p:guide orient="horz" pos="777"/>
        <p:guide pos="370"/>
        <p:guide pos="7310"/>
        <p:guide orient="horz" pos="572"/>
        <p:guide orient="horz" pos="374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<Relationships xmlns="http://schemas.openxmlformats.org/package/2006/relationships">
  <Relationship Id="rId3" Type="http://schemas.openxmlformats.org/officeDocument/2006/relationships/slideMaster" Target="slideMasters/slideMaster3.xml"/>
  <Relationship Id="rId34" Type="http://schemas.openxmlformats.org/officeDocument/2006/relationships/viewProps" Target="viewProps.xml"/>
  <Relationship Id="rId33" Type="http://schemas.openxmlformats.org/officeDocument/2006/relationships/presProps" Target="presProps.xml"/>
  <Relationship Id="rId2" Type="http://schemas.openxmlformats.org/officeDocument/2006/relationships/slideMaster" Target="slideMasters/slideMaster2.xml"/>
  <Relationship Id="rId1" Type="http://schemas.openxmlformats.org/officeDocument/2006/relationships/slideMaster" Target="slideMasters/slideMaster1.xml"/>
  <Relationship Id="rId32" Type="http://schemas.openxmlformats.org/officeDocument/2006/relationships/notesMaster" Target="notesMasters/notesMaster1.xml"/>
  <Relationship Id="rId36" Type="http://schemas.openxmlformats.org/officeDocument/2006/relationships/tableStyles" Target="tableStyles.xml"/>
  <Relationship Id="rId35" Type="http://schemas.openxmlformats.org/officeDocument/2006/relationships/theme" Target="theme/theme1.xml"/>
  <Relationship Id="rId101" Type="http://schemas.openxmlformats.org/officeDocument/2006/relationships/slide" Target="slides/slide1.xml"/>
  <Relationship Id="rId102" Type="http://schemas.openxmlformats.org/officeDocument/2006/relationships/slide" Target="slides/slide2.xml"/>
</Relationships>
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0D2806B-2165-4AE0-A8E4-31D34A4638EF}" type="datetimeFigureOut">
              <a:rPr lang="en-CA" smtClean="0"/>
              <a:t>2019-01-10</a:t>
            </a:fld>
            <a:endParaRPr lang="en-C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C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C74087-0FC1-4949-85BC-FE38376F7F6B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1496138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tags" Target="../tags/tag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1340AF-40F2-43EF-A424-FBD5620B0B3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ECD4490-21DB-4A8D-BE3A-5ADB9EBADA3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0BBF8A-0B5A-49D8-98BB-00CDE5BBFCF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49B1BB6-17BA-48C2-8395-62EAB74B79B4}" type="datetimeFigureOut">
              <a:rPr lang="en-CA" smtClean="0"/>
              <a:t>2019-01-10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8CF7AA-B1E9-49F6-B6DF-7EBF70C4E6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429579-92F0-4246-BB4F-B79939A620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80776354-5974-40A5-B41E-AD4171BFCBDF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8649866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B36D6A-CC4E-44A1-A4A0-28734A2F43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35531"/>
          </a:xfrm>
          <a:prstGeom prst="rect">
            <a:avLst/>
          </a:prstGeom>
        </p:spPr>
        <p:txBody>
          <a:bodyPr>
            <a:spAutoFit/>
          </a:bodyPr>
          <a:lstStyle>
            <a:lvl1pPr>
              <a:defRPr sz="3200"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8E92C6-9271-4204-B09B-7D8100E268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135038-78E8-426D-84BA-837CFFBF34F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49B1BB6-17BA-48C2-8395-62EAB74B79B4}" type="datetimeFigureOut">
              <a:rPr lang="en-CA" smtClean="0"/>
              <a:t>2019-01-10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6DF455-D88B-4335-B94C-2BF90A6B16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07994E-119B-47C2-9E8D-D0FBB1D504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80776354-5974-40A5-B41E-AD4171BFCBDF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651460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439442-F3FE-42EA-BEC2-D2F3AE8EFC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D18E17E-267A-419A-A751-7CD8396B0E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703DBF-24FD-45B7-937A-792FF56C92A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49B1BB6-17BA-48C2-8395-62EAB74B79B4}" type="datetimeFigureOut">
              <a:rPr lang="en-CA" smtClean="0"/>
              <a:t>2019-01-10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C15F3F-569F-4771-B4ED-28DE178FBA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D0A3CB-0305-4CE0-95FE-B92072989B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80776354-5974-40A5-B41E-AD4171BFCBDF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589662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24A341-B8F9-4F43-90EB-DAB7AC41EE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35531"/>
          </a:xfrm>
          <a:prstGeom prst="rect">
            <a:avLst/>
          </a:prstGeom>
        </p:spPr>
        <p:txBody>
          <a:bodyPr>
            <a:spAutoFit/>
          </a:bodyPr>
          <a:lstStyle>
            <a:lvl1pPr>
              <a:defRPr sz="320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A01F5F-0DF9-4874-AA60-D190F80237D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0B2CE84-6341-4CFB-BAAF-2A291FA95B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3B162D3-56E3-4E93-85D5-153F71D577D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49B1BB6-17BA-48C2-8395-62EAB74B79B4}" type="datetimeFigureOut">
              <a:rPr lang="en-CA" smtClean="0"/>
              <a:t>2019-01-10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1C90F25-5305-42D3-8116-216331EB72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64D5B12-F0FB-4481-9949-C531D66A3C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80776354-5974-40A5-B41E-AD4171BFCBDF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3442443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D5006E-9612-4B5B-B9D6-319842F378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535531"/>
          </a:xfrm>
          <a:prstGeom prst="rect">
            <a:avLst/>
          </a:prstGeom>
        </p:spPr>
        <p:txBody>
          <a:bodyPr>
            <a:spAutoFit/>
          </a:bodyPr>
          <a:lstStyle>
            <a:lvl1pPr>
              <a:defRPr sz="32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EA0239C-3A52-4BA2-9EA7-5153B67D3C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299B155-DC71-4F26-B565-C2E9EBCDE28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DE48D62-CF83-44B0-8129-54FAF5620D5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1FA1B36-252F-4195-B8E1-79F816A8981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2E4A17C-35CC-40ED-BAEF-87D258C51E4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49B1BB6-17BA-48C2-8395-62EAB74B79B4}" type="datetimeFigureOut">
              <a:rPr lang="en-CA" smtClean="0"/>
              <a:t>2019-01-10</a:t>
            </a:fld>
            <a:endParaRPr lang="en-C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0908122-560D-47B4-A7DC-8861A7101D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C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104FF47-6DEE-4889-B131-EC047A70B9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80776354-5974-40A5-B41E-AD4171BFCBDF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1941077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6B0E0F-B29B-440D-9283-D8598F0CB4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35531"/>
          </a:xfrm>
          <a:prstGeom prst="rect">
            <a:avLst/>
          </a:prstGeom>
        </p:spPr>
        <p:txBody>
          <a:bodyPr>
            <a:spAutoFit/>
          </a:bodyPr>
          <a:lstStyle>
            <a:lvl1pPr>
              <a:defRPr sz="32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414BA7D-30C1-46F5-BEF7-7439FCABE54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49B1BB6-17BA-48C2-8395-62EAB74B79B4}" type="datetimeFigureOut">
              <a:rPr lang="en-CA" smtClean="0"/>
              <a:t>2019-01-10</a:t>
            </a:fld>
            <a:endParaRPr lang="en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A752371-6651-4329-A58C-F304DCF9FE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9A60464-FE22-44D9-B5FE-BCB2C2BE54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80776354-5974-40A5-B41E-AD4171BFCBDF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9098542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8E90328-A974-4313-AFB3-C15257D9F0D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49B1BB6-17BA-48C2-8395-62EAB74B79B4}" type="datetimeFigureOut">
              <a:rPr lang="en-CA" smtClean="0"/>
              <a:t>2019-01-10</a:t>
            </a:fld>
            <a:endParaRPr lang="en-C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74B9563-8E55-4466-9900-A84767B230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C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3844D0-7ED2-4EA9-BAE9-FAAD7C8B79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80776354-5974-40A5-B41E-AD4171BFCBDF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2953901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F3AFEF-A2DF-4C48-9412-2682A0CE65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9BAFE8-8664-4B71-80BC-207C5FBD97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FFA1BA1-2FD9-49F4-95DE-5FC17F49BE1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043D4A3-596C-453B-88A8-149B2C85DAE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49B1BB6-17BA-48C2-8395-62EAB74B79B4}" type="datetimeFigureOut">
              <a:rPr lang="en-CA" smtClean="0"/>
              <a:t>2019-01-10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6EB692B-7D6E-48CE-BBAE-C85810AB33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756450-8C2F-4965-BA23-D07B2EC0BC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80776354-5974-40A5-B41E-AD4171BFCBDF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9631931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254423-CE78-4485-B704-1D9E5F4959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044A5C3-043E-48FE-ABEF-7D325245CED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90D58DC-2794-4A09-A864-7F4372F8239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ED069AC-5355-446D-A0E3-7AEEDA9C1BB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49B1BB6-17BA-48C2-8395-62EAB74B79B4}" type="datetimeFigureOut">
              <a:rPr lang="en-CA" smtClean="0"/>
              <a:t>2019-01-10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37A63A0-611D-4848-8878-1F7DB1307B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E6008F5-7605-4852-9EA9-CF1955F523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80776354-5974-40A5-B41E-AD4171BFCBDF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0325084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588D64-F586-458D-92BC-C918883B8F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6D8591A-31B2-4156-A090-46A956FFDCC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788D86-A4CC-4D2E-A24D-6E8B0F5829B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49B1BB6-17BA-48C2-8395-62EAB74B79B4}" type="datetimeFigureOut">
              <a:rPr lang="en-CA" smtClean="0"/>
              <a:t>2019-01-10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3475D1-4BC7-4134-92FA-5FC08E894F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0F9DE1-73AF-4D6F-AE13-139BCE3A81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80776354-5974-40A5-B41E-AD4171BFCBDF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6111600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98A36DB-4F9B-4205-9A9D-432D62D4F89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5786C0F-C26E-4AD4-B759-85F8197B167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CC5F2B-9C06-46A1-937F-C201A01AD17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49B1BB6-17BA-48C2-8395-62EAB74B79B4}" type="datetimeFigureOut">
              <a:rPr lang="en-CA" smtClean="0"/>
              <a:t>2019-01-10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2C7A0E-C6A9-4B54-BE75-B1D9D77469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8BBF28-BAD1-426B-A7B4-F4FC45A273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80776354-5974-40A5-B41E-AD4171BFCBDF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46474008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2"/>
          <p:cNvSpPr>
            <a:spLocks noGrp="1"/>
          </p:cNvSpPr>
          <p:nvPr>
            <p:ph idx="11"/>
          </p:nvPr>
        </p:nvSpPr>
        <p:spPr>
          <a:xfrm>
            <a:off x="395367" y="953725"/>
            <a:ext cx="11341260" cy="51746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SG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6338" y="205740"/>
            <a:ext cx="11527367" cy="60388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S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85233418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Section Titl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ctrTitle"/>
          </p:nvPr>
        </p:nvSpPr>
        <p:spPr>
          <a:xfrm>
            <a:off x="1524000" y="2817019"/>
            <a:ext cx="9144000" cy="1223963"/>
          </a:xfrm>
        </p:spPr>
        <p:txBody>
          <a:bodyPr anchor="ctr">
            <a:normAutofit/>
          </a:bodyPr>
          <a:lstStyle>
            <a:lvl1pPr algn="ctr">
              <a:defRPr sz="4800">
                <a:solidFill>
                  <a:srgbClr val="FA621C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CA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70090572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1340AF-40F2-43EF-A424-FBD5620B0B3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ECD4490-21DB-4A8D-BE3A-5ADB9EBADA3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0BBF8A-0B5A-49D8-98BB-00CDE5BBFCF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49B1BB6-17BA-48C2-8395-62EAB74B79B4}" type="datetimeFigureOut">
              <a:rPr lang="en-CA" smtClean="0"/>
              <a:t>2019-01-10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8CF7AA-B1E9-49F6-B6DF-7EBF70C4E6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429579-92F0-4246-BB4F-B79939A620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80776354-5974-40A5-B41E-AD4171BFCBDF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48121787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B36D6A-CC4E-44A1-A4A0-28734A2F43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7375" y="372519"/>
            <a:ext cx="10515600" cy="535531"/>
          </a:xfrm>
          <a:prstGeom prst="rect">
            <a:avLst/>
          </a:prstGeom>
        </p:spPr>
        <p:txBody>
          <a:bodyPr>
            <a:spAutoFit/>
          </a:bodyPr>
          <a:lstStyle>
            <a:lvl1pPr>
              <a:defRPr sz="3200"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8E92C6-9271-4204-B09B-7D8100E268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135038-78E8-426D-84BA-837CFFBF34F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49B1BB6-17BA-48C2-8395-62EAB74B79B4}" type="datetimeFigureOut">
              <a:rPr lang="en-CA" smtClean="0"/>
              <a:t>2019-01-10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6DF455-D88B-4335-B94C-2BF90A6B16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07994E-119B-47C2-9E8D-D0FBB1D504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80776354-5974-40A5-B41E-AD4171BFCBDF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74810310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439442-F3FE-42EA-BEC2-D2F3AE8EFC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D18E17E-267A-419A-A751-7CD8396B0E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703DBF-24FD-45B7-937A-792FF56C92A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49B1BB6-17BA-48C2-8395-62EAB74B79B4}" type="datetimeFigureOut">
              <a:rPr lang="en-CA" smtClean="0"/>
              <a:t>2019-01-10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C15F3F-569F-4771-B4ED-28DE178FBA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D0A3CB-0305-4CE0-95FE-B92072989B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80776354-5974-40A5-B41E-AD4171BFCBDF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68676093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24A341-B8F9-4F43-90EB-DAB7AC41EE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7375" y="372519"/>
            <a:ext cx="10515600" cy="535531"/>
          </a:xfrm>
          <a:prstGeom prst="rect">
            <a:avLst/>
          </a:prstGeom>
        </p:spPr>
        <p:txBody>
          <a:bodyPr>
            <a:spAutoFit/>
          </a:bodyPr>
          <a:lstStyle>
            <a:lvl1pPr>
              <a:defRPr sz="320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A01F5F-0DF9-4874-AA60-D190F80237D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0B2CE84-6341-4CFB-BAAF-2A291FA95B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3B162D3-56E3-4E93-85D5-153F71D577D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49B1BB6-17BA-48C2-8395-62EAB74B79B4}" type="datetimeFigureOut">
              <a:rPr lang="en-CA" smtClean="0"/>
              <a:t>2019-01-10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1C90F25-5305-42D3-8116-216331EB72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64D5B12-F0FB-4481-9949-C531D66A3C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80776354-5974-40A5-B41E-AD4171BFCBDF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37096073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D5006E-9612-4B5B-B9D6-319842F378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7375" y="372519"/>
            <a:ext cx="10515600" cy="535531"/>
          </a:xfrm>
          <a:prstGeom prst="rect">
            <a:avLst/>
          </a:prstGeom>
        </p:spPr>
        <p:txBody>
          <a:bodyPr>
            <a:spAutoFit/>
          </a:bodyPr>
          <a:lstStyle>
            <a:lvl1pPr>
              <a:defRPr sz="32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EA0239C-3A52-4BA2-9EA7-5153B67D3C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299B155-DC71-4F26-B565-C2E9EBCDE28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DE48D62-CF83-44B0-8129-54FAF5620D5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1FA1B36-252F-4195-B8E1-79F816A8981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2E4A17C-35CC-40ED-BAEF-87D258C51E4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49B1BB6-17BA-48C2-8395-62EAB74B79B4}" type="datetimeFigureOut">
              <a:rPr lang="en-CA" smtClean="0"/>
              <a:t>2019-01-10</a:t>
            </a:fld>
            <a:endParaRPr lang="en-C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0908122-560D-47B4-A7DC-8861A7101D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C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104FF47-6DEE-4889-B131-EC047A70B9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80776354-5974-40A5-B41E-AD4171BFCBDF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39344098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6B0E0F-B29B-440D-9283-D8598F0CB4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7375" y="372519"/>
            <a:ext cx="10515600" cy="535531"/>
          </a:xfrm>
          <a:prstGeom prst="rect">
            <a:avLst/>
          </a:prstGeom>
        </p:spPr>
        <p:txBody>
          <a:bodyPr>
            <a:spAutoFit/>
          </a:bodyPr>
          <a:lstStyle>
            <a:lvl1pPr>
              <a:defRPr sz="320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379171518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7901543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F3AFEF-A2DF-4C48-9412-2682A0CE65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9BAFE8-8664-4B71-80BC-207C5FBD97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FFA1BA1-2FD9-49F4-95DE-5FC17F49BE1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043D4A3-596C-453B-88A8-149B2C85DAE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49B1BB6-17BA-48C2-8395-62EAB74B79B4}" type="datetimeFigureOut">
              <a:rPr lang="en-CA" smtClean="0"/>
              <a:t>2019-01-10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6EB692B-7D6E-48CE-BBAE-C85810AB33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756450-8C2F-4965-BA23-D07B2EC0BC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80776354-5974-40A5-B41E-AD4171BFCBDF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44387003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254423-CE78-4485-B704-1D9E5F4959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044A5C3-043E-48FE-ABEF-7D325245CED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90D58DC-2794-4A09-A864-7F4372F8239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ED069AC-5355-446D-A0E3-7AEEDA9C1BB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49B1BB6-17BA-48C2-8395-62EAB74B79B4}" type="datetimeFigureOut">
              <a:rPr lang="en-CA" smtClean="0"/>
              <a:t>2019-01-10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37A63A0-611D-4848-8878-1F7DB1307B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E6008F5-7605-4852-9EA9-CF1955F523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80776354-5974-40A5-B41E-AD4171BFCBDF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97554322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588D64-F586-458D-92BC-C918883B8F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6D8591A-31B2-4156-A090-46A956FFDCC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788D86-A4CC-4D2E-A24D-6E8B0F5829B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49B1BB6-17BA-48C2-8395-62EAB74B79B4}" type="datetimeFigureOut">
              <a:rPr lang="en-CA" smtClean="0"/>
              <a:t>2019-01-10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3475D1-4BC7-4134-92FA-5FC08E894F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0F9DE1-73AF-4D6F-AE13-139BCE3A81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80776354-5974-40A5-B41E-AD4171BFCBDF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38931246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98A36DB-4F9B-4205-9A9D-432D62D4F89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5786C0F-C26E-4AD4-B759-85F8197B167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CC5F2B-9C06-46A1-937F-C201A01AD17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49B1BB6-17BA-48C2-8395-62EAB74B79B4}" type="datetimeFigureOut">
              <a:rPr lang="en-CA" smtClean="0"/>
              <a:t>2019-01-10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2C7A0E-C6A9-4B54-BE75-B1D9D77469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8BBF28-BAD1-426B-A7B4-F4FC45A273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80776354-5974-40A5-B41E-AD4171BFCBDF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51711455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2"/>
          <p:cNvSpPr>
            <a:spLocks noGrp="1"/>
          </p:cNvSpPr>
          <p:nvPr>
            <p:ph idx="11"/>
          </p:nvPr>
        </p:nvSpPr>
        <p:spPr>
          <a:xfrm>
            <a:off x="395367" y="953725"/>
            <a:ext cx="11341260" cy="51746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SG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6338" y="205740"/>
            <a:ext cx="11527367" cy="60388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S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3121863574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ection Titl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ctrTitle"/>
          </p:nvPr>
        </p:nvSpPr>
        <p:spPr>
          <a:xfrm>
            <a:off x="1524000" y="2817019"/>
            <a:ext cx="9144000" cy="1223963"/>
          </a:xfrm>
        </p:spPr>
        <p:txBody>
          <a:bodyPr anchor="ctr">
            <a:normAutofit/>
          </a:bodyPr>
          <a:lstStyle>
            <a:lvl1pPr algn="ctr">
              <a:defRPr sz="4800">
                <a:solidFill>
                  <a:srgbClr val="FA621C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CA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83456882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ADCE14-34AF-4098-BAB6-7DF915EAA2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1447442-A2B0-4F49-86F2-82375BB4511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19EAA3-6D1B-4327-9658-3547BCEFDC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October 25th 2017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2284F9-DC2F-4166-9685-9659A34CB3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Private and Confidential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1CCB17-3DC1-4C49-8588-734B3EE110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D6ADD1-67D1-4DBE-9F13-13AE3ECC06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3612401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06282F-E63A-4077-9793-0D75C196BA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1C7746-E127-4FB8-AE78-D9E83A3177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ABE928-C700-4F17-AE0F-10A4E4523D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October 25th 2017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54F6E2-93A1-4EDF-81C0-9BF4DCF5F8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Private and Confidential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E211F7-C486-40BB-A58D-7B4F526025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D6ADD1-67D1-4DBE-9F13-13AE3ECC06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9310664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A0CEF8-DC53-4928-BEB1-78D627832C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1" y="1709740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C74C4CC-49A6-4618-AE3C-35468F69ED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1" y="4589465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189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77AD87-8BC8-4238-9031-F7808D4770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October 25th 2017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7C84CE-4EAD-4878-993E-55EEC3B004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Private and Confidential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3B382E-A424-47BC-BA0E-909AC3351E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D6ADD1-67D1-4DBE-9F13-13AE3ECC06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3579747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71DC65-D227-4280-A606-7BF536352A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8D4D4A-9964-4EAC-8BBD-4E4EE593C94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1B2755E-FC40-4589-B3A6-AA4B9960FF7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F4F569C-216A-4E33-8192-9CB9FEEC91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October 25th 2017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879E928-F33D-436B-86F5-4B37D9DE70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Private and Confidential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CA6FA00-174F-4309-ABEC-376DC89FC7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D6ADD1-67D1-4DBE-9F13-13AE3ECC06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020452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0D57A6-38D5-4BD9-87F5-CE2F018589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7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8334681-4D11-4478-A288-A00FC66737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DADAC39-BA13-4F9F-9A38-0D487606DCE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4847B51-0206-4BCB-A3B9-83622D5483A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0893D3A-591C-443B-A11A-0F029A76F10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96D7E01-465F-439B-ABCD-A1EA6C480D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October 25th 2017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068388E-8E03-4C2A-B882-361FB8AA70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Private and Confidential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B538CC3-199B-435D-B645-28B3455B2C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D6ADD1-67D1-4DBE-9F13-13AE3ECC06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24195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F11F3C-FAE4-498E-800C-B6ADE0B850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B6E0835-0B08-4CF1-9DCB-FAA7C4E15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October 25th 2017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DCE829E-2734-4313-8EF1-09FBB716F4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Private and Confidential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98796DB-44CF-4FB1-820E-B6675A62A3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D6ADD1-67D1-4DBE-9F13-13AE3ECC06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878035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A069C53-BE2E-4D9B-994A-7DC7B09B3F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October 25th 2017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17D0F43-8CD6-4314-BDB9-C01EFAB366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Private and Confidential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BC2F7E1-096B-4C82-B7EB-C3496730A6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D6ADD1-67D1-4DBE-9F13-13AE3ECC06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8097413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D25247-F271-4549-83FC-9CC3D8C24C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9EADF1-E576-4F9F-8997-809EB7822F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D573FDA-38FA-4AB8-9FCD-56367C3625F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B72FB7C-C48D-47EA-9330-3A5E6DA8A4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October 25th 2017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05764A8-7D5A-4618-BC5C-C278EA83D4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Private and Confidential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7D7754C-7A3A-47E6-BD23-94397D381A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D6ADD1-67D1-4DBE-9F13-13AE3ECC06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4842297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FECDD9-251E-467A-A505-8EF25D439F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40AC1CF-90B9-45C8-A8CD-FC6EF171A9D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FAFB609-2F3A-447F-929C-40247DDAEF5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0C0D07E-B440-46FD-AC4F-A64534D1FE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October 25th 2017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CEF6B47-A142-4418-AAD1-8FE21995BC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Private and Confidential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A8EF1B7-44A6-4ACB-8397-E305F86A14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D6ADD1-67D1-4DBE-9F13-13AE3ECC06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4640681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925EBE-07D9-42C5-A8AC-6A45E6A3BD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BA764D5-8096-4E5B-93A8-E6E98AC196B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3F5246-55E3-472F-B0D7-710591E352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October 25th 2017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257FBF-12E0-4C79-B837-038C55B458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Private and Confidential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369A67-96B3-4D25-89FB-DD0B23A7E8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D6ADD1-67D1-4DBE-9F13-13AE3ECC06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4584763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93D8172-A97E-4086-80E8-C3958669C2A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1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DC1A4F8-A006-4D99-A0C8-0E8EB5682DC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1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5583D5-302D-47AA-A42D-C3F81783FF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October 25th 2017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DCDCB8-7704-4FB0-B28C-958B6657EE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Private and Confidential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BB8D0D-1501-4634-BB2E-C66F6D6010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D6ADD1-67D1-4DBE-9F13-13AE3ECC06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3764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hyperlink" Target="http://www.corporatefinanceinstitute.com/" TargetMode="Externa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26.xml"/><Relationship Id="rId3" Type="http://schemas.openxmlformats.org/officeDocument/2006/relationships/slideLayout" Target="../slideLayouts/slideLayout16.xml"/><Relationship Id="rId7" Type="http://schemas.openxmlformats.org/officeDocument/2006/relationships/slideLayout" Target="../slideLayouts/slideLayout20.xml"/><Relationship Id="rId12" Type="http://schemas.openxmlformats.org/officeDocument/2006/relationships/slideLayout" Target="../slideLayouts/slideLayout25.xml"/><Relationship Id="rId2" Type="http://schemas.openxmlformats.org/officeDocument/2006/relationships/slideLayout" Target="../slideLayouts/slideLayout15.xml"/><Relationship Id="rId16" Type="http://schemas.openxmlformats.org/officeDocument/2006/relationships/image" Target="../media/image1.png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4.xml"/><Relationship Id="rId5" Type="http://schemas.openxmlformats.org/officeDocument/2006/relationships/slideLayout" Target="../slideLayouts/slideLayout18.xml"/><Relationship Id="rId15" Type="http://schemas.openxmlformats.org/officeDocument/2006/relationships/hyperlink" Target="http://www.corporatefinanceinstitute.com/" TargetMode="External"/><Relationship Id="rId10" Type="http://schemas.openxmlformats.org/officeDocument/2006/relationships/slideLayout" Target="../slideLayouts/slideLayout23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Relationship Id="rId14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4.xml"/><Relationship Id="rId3" Type="http://schemas.openxmlformats.org/officeDocument/2006/relationships/slideLayout" Target="../slideLayouts/slideLayout29.xml"/><Relationship Id="rId7" Type="http://schemas.openxmlformats.org/officeDocument/2006/relationships/slideLayout" Target="../slideLayouts/slideLayout33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8.xml"/><Relationship Id="rId1" Type="http://schemas.openxmlformats.org/officeDocument/2006/relationships/slideLayout" Target="../slideLayouts/slideLayout27.xml"/><Relationship Id="rId6" Type="http://schemas.openxmlformats.org/officeDocument/2006/relationships/slideLayout" Target="../slideLayouts/slideLayout32.xml"/><Relationship Id="rId11" Type="http://schemas.openxmlformats.org/officeDocument/2006/relationships/slideLayout" Target="../slideLayouts/slideLayout37.xml"/><Relationship Id="rId5" Type="http://schemas.openxmlformats.org/officeDocument/2006/relationships/slideLayout" Target="../slideLayouts/slideLayout31.xml"/><Relationship Id="rId10" Type="http://schemas.openxmlformats.org/officeDocument/2006/relationships/slideLayout" Target="../slideLayouts/slideLayout36.xml"/><Relationship Id="rId4" Type="http://schemas.openxmlformats.org/officeDocument/2006/relationships/slideLayout" Target="../slideLayouts/slideLayout30.xml"/><Relationship Id="rId9" Type="http://schemas.openxmlformats.org/officeDocument/2006/relationships/slideLayout" Target="../slideLayouts/slideLayout3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180931B-36FA-41C1-847D-06627B30DE0A}"/>
              </a:ext>
            </a:extLst>
          </p:cNvPr>
          <p:cNvSpPr txBox="1"/>
          <p:nvPr userDrawn="1"/>
        </p:nvSpPr>
        <p:spPr>
          <a:xfrm>
            <a:off x="0" y="6611779"/>
            <a:ext cx="289454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000" u="sng" dirty="0">
                <a:solidFill>
                  <a:schemeClr val="accent5"/>
                </a:solidFill>
                <a:hlinkClick r:id="rId15"/>
              </a:rPr>
              <a:t>www.corporatefinanceinstitute.com</a:t>
            </a:r>
            <a:endParaRPr lang="en-CA" sz="1000" u="sng" dirty="0">
              <a:solidFill>
                <a:schemeClr val="accent5"/>
              </a:solidFill>
            </a:endParaRPr>
          </a:p>
        </p:txBody>
      </p:sp>
      <p:pic>
        <p:nvPicPr>
          <p:cNvPr id="6" name="Picture 5" descr="A picture containing clipart&#10;&#10;Description generated with high confidence">
            <a:extLst>
              <a:ext uri="{FF2B5EF4-FFF2-40B4-BE49-F238E27FC236}">
                <a16:creationId xmlns:a16="http://schemas.microsoft.com/office/drawing/2014/main" id="{34F30C92-CD4D-48B9-B955-C864C815978C}"/>
              </a:ext>
            </a:extLst>
          </p:cNvPr>
          <p:cNvPicPr>
            <a:picLocks noChangeAspect="1"/>
          </p:cNvPicPr>
          <p:nvPr userDrawn="1"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61986" y="6501919"/>
            <a:ext cx="979564" cy="3165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89135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/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180931B-36FA-41C1-847D-06627B30DE0A}"/>
              </a:ext>
            </a:extLst>
          </p:cNvPr>
          <p:cNvSpPr txBox="1"/>
          <p:nvPr userDrawn="1"/>
        </p:nvSpPr>
        <p:spPr>
          <a:xfrm>
            <a:off x="0" y="6611779"/>
            <a:ext cx="289454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000" u="sng" dirty="0">
                <a:solidFill>
                  <a:schemeClr val="accent5"/>
                </a:solidFill>
                <a:hlinkClick r:id="rId15"/>
              </a:rPr>
              <a:t>www.corporatefinanceinstitute.com</a:t>
            </a:r>
            <a:endParaRPr lang="en-CA" sz="1000" u="sng" dirty="0">
              <a:solidFill>
                <a:schemeClr val="accent5"/>
              </a:solidFill>
            </a:endParaRPr>
          </a:p>
        </p:txBody>
      </p:sp>
      <p:pic>
        <p:nvPicPr>
          <p:cNvPr id="6" name="Picture 5" descr="A picture containing clipart&#10;&#10;Description generated with high confidence">
            <a:extLst>
              <a:ext uri="{FF2B5EF4-FFF2-40B4-BE49-F238E27FC236}">
                <a16:creationId xmlns:a16="http://schemas.microsoft.com/office/drawing/2014/main" id="{34F30C92-CD4D-48B9-B955-C864C815978C}"/>
              </a:ext>
            </a:extLst>
          </p:cNvPr>
          <p:cNvPicPr>
            <a:picLocks noChangeAspect="1"/>
          </p:cNvPicPr>
          <p:nvPr userDrawn="1"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61986" y="6501919"/>
            <a:ext cx="979564" cy="316540"/>
          </a:xfrm>
          <a:prstGeom prst="rect">
            <a:avLst/>
          </a:prstGeom>
        </p:spPr>
      </p:pic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556AB45B-FFB2-47C6-A5B8-8EDB710458B2}"/>
              </a:ext>
            </a:extLst>
          </p:cNvPr>
          <p:cNvCxnSpPr/>
          <p:nvPr userDrawn="1"/>
        </p:nvCxnSpPr>
        <p:spPr>
          <a:xfrm>
            <a:off x="0" y="1010573"/>
            <a:ext cx="1702676" cy="0"/>
          </a:xfrm>
          <a:prstGeom prst="line">
            <a:avLst/>
          </a:prstGeom>
          <a:ln w="1905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860465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64" r:id="rId2"/>
    <p:sldLayoutId id="2147483665" r:id="rId3"/>
    <p:sldLayoutId id="2147483666" r:id="rId4"/>
    <p:sldLayoutId id="2147483667" r:id="rId5"/>
    <p:sldLayoutId id="2147483668" r:id="rId6"/>
    <p:sldLayoutId id="2147483669" r:id="rId7"/>
    <p:sldLayoutId id="2147483670" r:id="rId8"/>
    <p:sldLayoutId id="2147483671" r:id="rId9"/>
    <p:sldLayoutId id="2147483672" r:id="rId10"/>
    <p:sldLayoutId id="2147483673" r:id="rId11"/>
    <p:sldLayoutId id="2147483674" r:id="rId12"/>
    <p:sldLayoutId id="2147483675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1" orient="horz" pos="572" userDrawn="1">
          <p15:clr>
            <a:srgbClr val="F26B43"/>
          </p15:clr>
        </p15:guide>
        <p15:guide id="2" pos="370" userDrawn="1">
          <p15:clr>
            <a:srgbClr val="F26B43"/>
          </p15:clr>
        </p15:guide>
        <p15:guide id="3" orient="horz" pos="640" userDrawn="1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4D4E331-414F-412A-8141-25678B49E1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2741134-2A9B-4C70-8A22-4E45841F2B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73CB52-41B4-40E3-A5DC-122785E46BE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October 25th 2017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FD41CE-C2A5-4538-90C1-669FC9D69FE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Private and Confidential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682888-FEE5-448C-BAC9-7C3E8E23497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D6ADD1-67D1-4DBE-9F13-13AE3ECC06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75190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78" r:id="rId2"/>
    <p:sldLayoutId id="2147483679" r:id="rId3"/>
    <p:sldLayoutId id="2147483680" r:id="rId4"/>
    <p:sldLayoutId id="2147483681" r:id="rId5"/>
    <p:sldLayoutId id="2147483682" r:id="rId6"/>
    <p:sldLayoutId id="2147483683" r:id="rId7"/>
    <p:sldLayoutId id="2147483684" r:id="rId8"/>
    <p:sldLayoutId id="2147483685" r:id="rId9"/>
    <p:sldLayoutId id="2147483686" r:id="rId10"/>
    <p:sldLayoutId id="2147483687" r:id="rId11"/>
  </p:sldLayoutIdLst>
  <p:hf hdr="0"/>
  <p:txStyles>
    <p:titleStyle>
      <a:lvl1pPr algn="l" defTabSz="914377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94" indent="-228594" algn="l" defTabSz="914377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8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71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60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49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>
            <p:ph type="title" idx="0"/>
          </p:nvPr>
        </p:nvSpPr>
        <p:spPr>
          <a:xfrm>
            <a:off x="1524000" y="1114425"/>
            <a:ext cx="9144000" cy="240030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 fontScale="100000"/>
          </a:bodyPr>
          <a:lstStyle/>
          <a:p>
            <a:pPr>
              <a:lnSpc>
                <a:spcPts val="5175"/>
              </a:lnSpc>
            </a:pPr>
            <a:r>
              <a:rPr lang="en-US" sz="4500" dirty="0">
                <a:solidFill>
                  <a:srgbClr val="000000"/>
                </a:solidFill>
                <a:latin typeface="Liberation Sans"/>
                <a:ea typeface=""/>
                <a:cs typeface=""/>
              </a:rPr>
              <a:t>PowerPoint desktop validation corpus</a:t>
            </a:r>
            <a:endParaRPr lang="en-US" dirty="0"/>
          </a:p>
        </p:txBody>
      </p:sp>
      <p:sp>
        <p:nvSpPr>
          <p:cNvPr id="3" name="Text 3"/>
          <p:cNvSpPr txBox="1"/>
          <p:nvPr>
            <p:ph type="subTitle" idx="1"/>
          </p:nvPr>
        </p:nvSpPr>
        <p:spPr>
          <a:xfrm>
            <a:off x="1524000" y="3600450"/>
            <a:ext cx="9144000" cy="165735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 fontScale="100000"/>
          </a:bodyPr>
          <a:lstStyle/>
          <a:p>
            <a:pPr>
              <a:lnSpc>
                <a:spcPts val="2070"/>
              </a:lnSpc>
            </a:pPr>
            <a:r>
              <a:rPr lang="en-US" sz="1800" dirty="0">
                <a:solidFill>
                  <a:srgbClr val="000000"/>
                </a:solidFill>
                <a:latin typeface="Liberation Sans"/>
                <a:ea typeface=""/>
                <a:cs typeface=""/>
              </a:rPr>
              <a:t>Template-backed title and subtitle placeholders</a:t>
            </a: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>
            <p:ph type="title" idx="0"/>
          </p:nvPr>
        </p:nvSpPr>
        <p:spPr>
          <a:xfrm>
            <a:off x="838200" y="361950"/>
            <a:ext cx="10515600" cy="542925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 fontScale="100000"/>
          </a:bodyPr>
          <a:lstStyle/>
          <a:p>
            <a:pPr>
              <a:lnSpc>
                <a:spcPts val="2760"/>
              </a:lnSpc>
            </a:pPr>
            <a:r>
              <a:rPr lang="en-US" sz="2400" dirty="0">
                <a:solidFill>
                  <a:srgbClr val="000000"/>
                </a:solidFill>
                <a:latin typeface="Liberation Sans"/>
                <a:ea typeface=""/>
                <a:cs typeface=""/>
              </a:rPr>
              <a:t>Placeholder typography parity</a:t>
            </a:r>
            <a:endParaRPr lang="en-US" dirty="0"/>
          </a:p>
        </p:txBody>
      </p:sp>
      <p:sp>
        <p:nvSpPr>
          <p:cNvPr id="3" name="View 3"/>
          <p:cNvSpPr/>
          <p:nvPr>
            <p:ph type="body" idx="1"/>
          </p:nvPr>
        </p:nvSpPr>
        <p:spPr>
          <a:xfrm>
            <a:off x="838200" y="1828800"/>
            <a:ext cx="10515600" cy="4352925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round/>
          </a:ln>
        </p:spPr>
        <p:txBody>
          <a:bodyPr wrap="square" rtlCol="0" spcFirstLastPara="0" lIns="0" tIns="0" rIns="0" bIns="0">
            <a:normAutofit fontScale="100000"/>
          </a:bodyPr>
          <a:lstStyle/>
          <a:p>
            <a:pPr>
              <a:lnSpc>
                <a:spcPts val="2415"/>
              </a:lnSpc>
              <a:spcAft>
                <a:spcPts val="1000"/>
              </a:spcAft>
            </a:pPr>
            <a:r>
              <a:rPr lang="en-US" sz="2100" dirty="0">
                <a:solidFill>
                  <a:srgbClr val="000000"/>
                </a:solidFill>
                <a:latin typeface="Liberation Sans"/>
                <a:ea typeface=""/>
                <a:cs typeface=""/>
              </a:rPr>
              <a:t>This slide intentionally uses a View-based text box so template typography must flow into textStyle, not only shape style.</a:t>
            </a:r>
            <a:endParaRPr lang="en-US" dirty="0"/>
          </a:p>
          <a:p>
            <a:pPr>
              <a:lnSpc>
                <a:spcPts val="2415"/>
              </a:lnSpc>
            </a:pPr>
            <a:r>
              <a:rPr lang="en-US" sz="2100" dirty="0">
                <a:solidFill>
                  <a:srgbClr val="000000"/>
                </a:solidFill>
                <a:latin typeface="Liberation Sans"/>
                <a:ea typeface=""/>
                <a:cs typeface=""/>
              </a:rPr>
              <a:t>Microsoft PowerPoint should preserve line spacing and avoid truncation when the template body placeholder is reused.</a:t>
            </a:r>
            <a:endParaRPr lang="en-US" dirty="0"/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heme/theme1.xml><?xml version="1.0" encoding="utf-8"?>
<a:theme xmlns:a="http://schemas.openxmlformats.org/drawingml/2006/main" name="Office Theme">
  <a:themeElements>
    <a:clrScheme name="Custom 2">
      <a:dk1>
        <a:srgbClr val="000000"/>
      </a:dk1>
      <a:lt1>
        <a:sysClr val="window" lastClr="FFFFFF"/>
      </a:lt1>
      <a:dk2>
        <a:srgbClr val="1E2A39"/>
      </a:dk2>
      <a:lt2>
        <a:srgbClr val="E6E7E8"/>
      </a:lt2>
      <a:accent1>
        <a:srgbClr val="132E57"/>
      </a:accent1>
      <a:accent2>
        <a:srgbClr val="FA621C"/>
      </a:accent2>
      <a:accent3>
        <a:srgbClr val="1E8496"/>
      </a:accent3>
      <a:accent4>
        <a:srgbClr val="F57A16"/>
      </a:accent4>
      <a:accent5>
        <a:srgbClr val="A5A5A5"/>
      </a:accent5>
      <a:accent6>
        <a:srgbClr val="ED942D"/>
      </a:accent6>
      <a:hlink>
        <a:srgbClr val="FA621C"/>
      </a:hlink>
      <a:folHlink>
        <a:srgbClr val="FA621C"/>
      </a:folHlink>
    </a:clrScheme>
    <a:fontScheme name="Custom 1">
      <a:majorFont>
        <a:latin typeface="Open Sans Light"/>
        <a:ea typeface=""/>
        <a:cs typeface=""/>
      </a:majorFont>
      <a:minorFont>
        <a:latin typeface="Open Sans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Custom 2">
      <a:dk1>
        <a:srgbClr val="000000"/>
      </a:dk1>
      <a:lt1>
        <a:sysClr val="window" lastClr="FFFFFF"/>
      </a:lt1>
      <a:dk2>
        <a:srgbClr val="1E2A39"/>
      </a:dk2>
      <a:lt2>
        <a:srgbClr val="E6E7E8"/>
      </a:lt2>
      <a:accent1>
        <a:srgbClr val="132E57"/>
      </a:accent1>
      <a:accent2>
        <a:srgbClr val="FA621C"/>
      </a:accent2>
      <a:accent3>
        <a:srgbClr val="1E8496"/>
      </a:accent3>
      <a:accent4>
        <a:srgbClr val="F57A16"/>
      </a:accent4>
      <a:accent5>
        <a:srgbClr val="A5A5A5"/>
      </a:accent5>
      <a:accent6>
        <a:srgbClr val="ED942D"/>
      </a:accent6>
      <a:hlink>
        <a:srgbClr val="FA621C"/>
      </a:hlink>
      <a:folHlink>
        <a:srgbClr val="FA621C"/>
      </a:folHlink>
    </a:clrScheme>
    <a:fontScheme name="Custom 1">
      <a:majorFont>
        <a:latin typeface="Open Sans Light"/>
        <a:ea typeface=""/>
        <a:cs typeface=""/>
      </a:majorFont>
      <a:minorFont>
        <a:latin typeface="Open Sans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2_Office Theme">
  <a:themeElements>
    <a:clrScheme name="CFI">
      <a:dk1>
        <a:sysClr val="windowText" lastClr="000000"/>
      </a:dk1>
      <a:lt1>
        <a:sysClr val="window" lastClr="FFFFFF"/>
      </a:lt1>
      <a:dk2>
        <a:srgbClr val="FA621C"/>
      </a:dk2>
      <a:lt2>
        <a:srgbClr val="132E57"/>
      </a:lt2>
      <a:accent1>
        <a:srgbClr val="E6E7E8"/>
      </a:accent1>
      <a:accent2>
        <a:srgbClr val="F57A16"/>
      </a:accent2>
      <a:accent3>
        <a:srgbClr val="1E8496"/>
      </a:accent3>
      <a:accent4>
        <a:srgbClr val="E6E7E8"/>
      </a:accent4>
      <a:accent5>
        <a:srgbClr val="ED942D"/>
      </a:accent5>
      <a:accent6>
        <a:srgbClr val="1E2A39"/>
      </a:accent6>
      <a:hlink>
        <a:srgbClr val="E6E7E8"/>
      </a:hlink>
      <a:folHlink>
        <a:srgbClr val="676767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534</TotalTime>
  <Words>3267</Words>
  <Application>Microsoft Office PowerPoint</Application>
  <PresentationFormat>Widescreen</PresentationFormat>
  <Paragraphs>728</Paragraphs>
  <Slides>28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28</vt:i4>
      </vt:variant>
    </vt:vector>
  </HeadingPairs>
  <TitlesOfParts>
    <vt:vector size="40" baseType="lpstr">
      <vt:lpstr>HelveticaNeue LT 45 Lt</vt:lpstr>
      <vt:lpstr>Arial</vt:lpstr>
      <vt:lpstr>Calibri</vt:lpstr>
      <vt:lpstr>Calibri Light</vt:lpstr>
      <vt:lpstr>Helvetica</vt:lpstr>
      <vt:lpstr>Open Sans</vt:lpstr>
      <vt:lpstr>Open Sans Light</vt:lpstr>
      <vt:lpstr>Verdana</vt:lpstr>
      <vt:lpstr>Wingdings</vt:lpstr>
      <vt:lpstr>Office Theme</vt:lpstr>
      <vt:lpstr>1_Office Theme</vt:lpstr>
      <vt:lpstr>2_Office Theme</vt:lpstr>
      <vt:lpstr>Investment Banking Pitchbook Template</vt:lpstr>
      <vt:lpstr>PowerPoint Presentation</vt:lpstr>
      <vt:lpstr>Company Overview</vt:lpstr>
      <vt:lpstr>Company Overview</vt:lpstr>
      <vt:lpstr>Business Model</vt:lpstr>
      <vt:lpstr>Operating Forecast</vt:lpstr>
      <vt:lpstr>Shareholder Ownership</vt:lpstr>
      <vt:lpstr>Liquidity Analysis</vt:lpstr>
      <vt:lpstr>Industry Overview</vt:lpstr>
      <vt:lpstr>Competitive Environment</vt:lpstr>
      <vt:lpstr>Key Industry Trends</vt:lpstr>
      <vt:lpstr>Corporate Finance Activity</vt:lpstr>
      <vt:lpstr>Valuation</vt:lpstr>
      <vt:lpstr>Historical Share Price Performance</vt:lpstr>
      <vt:lpstr>Valuation Summary</vt:lpstr>
      <vt:lpstr>Valuation Analysis</vt:lpstr>
      <vt:lpstr>Comparables Analysis</vt:lpstr>
      <vt:lpstr>Precedents Analysis</vt:lpstr>
      <vt:lpstr>Transaction Opportunities</vt:lpstr>
      <vt:lpstr>Strategic Review and Opportunities</vt:lpstr>
      <vt:lpstr>Recommendation 1</vt:lpstr>
      <vt:lpstr>Recommendation: Content/Production Focus</vt:lpstr>
      <vt:lpstr>Recommendation: Content/Production Focus</vt:lpstr>
      <vt:lpstr>Team Overview</vt:lpstr>
      <vt:lpstr>Investment Banking Team</vt:lpstr>
      <vt:lpstr>Deal Tombstones</vt:lpstr>
      <vt:lpstr>Appendices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CFI</dc:creator>
  <cp:lastModifiedBy>Katie Au Yeung</cp:lastModifiedBy>
  <cp:revision>47</cp:revision>
  <dcterms:created xsi:type="dcterms:W3CDTF">2017-12-07T17:40:14Z</dcterms:created>
  <dcterms:modified xsi:type="dcterms:W3CDTF">2019-01-10T22:06:28Z</dcterms:modified>
</cp:coreProperties>
</file>