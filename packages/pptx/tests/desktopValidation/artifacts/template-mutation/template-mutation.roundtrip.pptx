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76" r:id="rId3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3" pos="7310" userDrawn="1">
          <p15:clr>
            <a:srgbClr val="A4A3A4"/>
          </p15:clr>
        </p15:guide>
        <p15:guide id="4" orient="horz" pos="572" userDrawn="1">
          <p15:clr>
            <a:srgbClr val="A4A3A4"/>
          </p15:clr>
        </p15:guide>
        <p15:guide id="5" orient="horz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00" y="184"/>
      </p:cViewPr>
      <p:guideLst>
        <p:guide orient="horz" pos="777"/>
        <p:guide pos="370"/>
        <p:guide pos="7310"/>
        <p:guide orient="horz" pos="572"/>
        <p:guide orient="horz"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2806B-2165-4AE0-A8E4-31D34A4638EF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74087-0FC1-4949-85BC-FE38376F7F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61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40AF-40F2-43EF-A424-FBD5620B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D4490-21DB-4A8D-BE3A-5ADB9EBAD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BF8A-0B5A-49D8-98BB-00CDE5BB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F7AA-B1E9-49F6-B6DF-7EBF70C4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29579-92F0-4246-BB4F-B79939A6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98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6D6A-CC4E-44A1-A4A0-28734A2F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92C6-9271-4204-B09B-7D8100E2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5038-78E8-426D-84BA-837CFFBF34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DF455-D88B-4335-B94C-2BF90A6B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994E-119B-47C2-9E8D-D0FBB1D5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14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9442-F3FE-42EA-BEC2-D2F3AE8E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8E17E-267A-419A-A751-7CD8396B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03DBF-24FD-45B7-937A-792FF56C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5F3F-569F-4771-B4ED-28DE178F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A3CB-0305-4CE0-95FE-B9207298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6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A341-B8F9-4F43-90EB-DAB7AC41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1F5F-0DF9-4874-AA60-D190F8023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2CE84-6341-4CFB-BAAF-2A291FA95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162D3-56E3-4E93-85D5-153F71D5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90F25-5305-42D3-8116-216331EB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D5B12-F0FB-4481-9949-C531D66A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4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006E-9612-4B5B-B9D6-319842F3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239C-3A52-4BA2-9EA7-5153B67D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9B155-DC71-4F26-B565-C2E9EBCD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48D62-CF83-44B0-8129-54FAF5620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A1B36-252F-4195-B8E1-79F816A8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4A17C-35CC-40ED-BAEF-87D258C5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08122-560D-47B4-A7DC-8861A710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4FF47-6DEE-4889-B131-EC047A70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10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E0F-B29B-440D-9283-D8598F0C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4BA7D-30C1-46F5-BEF7-7439FCAB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52371-6651-4329-A58C-F304DCF9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60464-FE22-44D9-B5FE-BCB2C2BE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85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90328-A974-4313-AFB3-C15257D9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B9563-8E55-4466-9900-A84767B2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44D0-7ED2-4EA9-BAE9-FAAD7C8B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539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AFEF-A2DF-4C48-9412-2682A0CE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AFE8-8664-4B71-80BC-207C5FBD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A1BA1-2FD9-49F4-95DE-5FC17F49B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3D4A3-596C-453B-88A8-149B2C85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B692B-7D6E-48CE-BBAE-C85810AB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6450-8C2F-4965-BA23-D07B2EC0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319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4423-CE78-4485-B704-1D9E5F49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4A5C3-043E-48FE-ABEF-7D325245C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58DC-2794-4A09-A864-7F4372F8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69AC-5355-446D-A0E3-7AEEDA9C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A63A0-611D-4848-8878-1F7DB130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008F5-7605-4852-9EA9-CF1955F5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50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D64-F586-458D-92BC-C918883B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8591A-31B2-4156-A090-46A956FFD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88D86-A4CC-4D2E-A24D-6E8B0F58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75D1-4BC7-4134-92FA-5FC08E89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9DE1-73AF-4D6F-AE13-139BCE3A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16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A36DB-4F9B-4205-9A9D-432D62D4F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86C0F-C26E-4AD4-B759-85F8197B1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C5F2B-9C06-46A1-937F-C201A01A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7A0E-C6A9-4B54-BE75-B1D9D774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BF28-BAD1-426B-A7B4-F4FC45A2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740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395367" y="953725"/>
            <a:ext cx="11341260" cy="5174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338" y="205740"/>
            <a:ext cx="11527367" cy="603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2334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817019"/>
            <a:ext cx="9144000" cy="1223963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FA621C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905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40AF-40F2-43EF-A424-FBD5620B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D4490-21DB-4A8D-BE3A-5ADB9EBAD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BF8A-0B5A-49D8-98BB-00CDE5BB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F7AA-B1E9-49F6-B6DF-7EBF70C4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29579-92F0-4246-BB4F-B79939A6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217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6D6A-CC4E-44A1-A4A0-28734A2F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92C6-9271-4204-B09B-7D8100E2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5038-78E8-426D-84BA-837CFFBF34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DF455-D88B-4335-B94C-2BF90A6B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994E-119B-47C2-9E8D-D0FBB1D5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8103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9442-F3FE-42EA-BEC2-D2F3AE8E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8E17E-267A-419A-A751-7CD8396B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03DBF-24FD-45B7-937A-792FF56C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5F3F-569F-4771-B4ED-28DE178F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A3CB-0305-4CE0-95FE-B9207298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6760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A341-B8F9-4F43-90EB-DAB7AC41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1F5F-0DF9-4874-AA60-D190F8023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2CE84-6341-4CFB-BAAF-2A291FA95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162D3-56E3-4E93-85D5-153F71D5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90F25-5305-42D3-8116-216331EB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D5B12-F0FB-4481-9949-C531D66A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0960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006E-9612-4B5B-B9D6-319842F3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239C-3A52-4BA2-9EA7-5153B67D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9B155-DC71-4F26-B565-C2E9EBCD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48D62-CF83-44B0-8129-54FAF5620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A1B36-252F-4195-B8E1-79F816A8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4A17C-35CC-40ED-BAEF-87D258C5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08122-560D-47B4-A7DC-8861A710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4FF47-6DEE-4889-B131-EC047A70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3440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E0F-B29B-440D-9283-D8598F0C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372519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917151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15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AFEF-A2DF-4C48-9412-2682A0CE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AFE8-8664-4B71-80BC-207C5FBD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A1BA1-2FD9-49F4-95DE-5FC17F49B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3D4A3-596C-453B-88A8-149B2C85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B692B-7D6E-48CE-BBAE-C85810AB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6450-8C2F-4965-BA23-D07B2EC0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3870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4423-CE78-4485-B704-1D9E5F49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4A5C3-043E-48FE-ABEF-7D325245C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58DC-2794-4A09-A864-7F4372F8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69AC-5355-446D-A0E3-7AEEDA9C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A63A0-611D-4848-8878-1F7DB130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008F5-7605-4852-9EA9-CF1955F5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5543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D64-F586-458D-92BC-C918883B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8591A-31B2-4156-A090-46A956FFD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88D86-A4CC-4D2E-A24D-6E8B0F58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75D1-4BC7-4134-92FA-5FC08E89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9DE1-73AF-4D6F-AE13-139BCE3A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3124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A36DB-4F9B-4205-9A9D-432D62D4F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86C0F-C26E-4AD4-B759-85F8197B1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C5F2B-9C06-46A1-937F-C201A01A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2026-08-14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7A0E-C6A9-4B54-BE75-B1D9D774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BF28-BAD1-426B-A7B4-F4FC45A2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7114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395367" y="953725"/>
            <a:ext cx="11341260" cy="5174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338" y="205740"/>
            <a:ext cx="11527367" cy="603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18635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817019"/>
            <a:ext cx="9144000" cy="1223963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FA621C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568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CE14-34AF-4098-BAB6-7DF915EAA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47442-A2B0-4F49-86F2-82375BB4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EAA3-6D1B-4327-9658-3547BCEF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284F9-DC2F-4166-9685-9659A34C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CB17-3DC1-4C49-8588-734B3EE1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124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282F-E63A-4077-9793-0D75C196B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C7746-E127-4FB8-AE78-D9E83A317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BE928-C700-4F17-AE0F-10A4E452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4F6E2-93A1-4EDF-81C0-9BF4DCF5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211F7-C486-40BB-A58D-7B4F5260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106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0CEF8-DC53-4928-BEB1-78D62783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4C4CC-49A6-4618-AE3C-35468F69E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7AD87-8BC8-4238-9031-F7808D47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84CE-4EAD-4878-993E-55EEC3B0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B382E-A424-47BC-BA0E-909AC335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797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DC65-D227-4280-A606-7BF53635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4D4A-9964-4EAC-8BBD-4E4EE593C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2755E-FC40-4589-B3A6-AA4B9960F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F569C-216A-4E33-8192-9CB9FEEC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9E928-F33D-436B-86F5-4B37D9DE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6FA00-174F-4309-ABEC-376DC89F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45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57A6-38D5-4BD9-87F5-CE2F01858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34681-4D11-4478-A288-A00FC667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DAC39-BA13-4F9F-9A38-0D487606D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47B51-0206-4BCB-A3B9-83622D548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93D3A-591C-443B-A11A-0F029A76F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6D7E01-465F-439B-ABCD-A1EA6C48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8388E-8E03-4C2A-B882-361FB8AA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38CC3-199B-435D-B645-28B3455B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241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1F3C-FAE4-498E-800C-B6ADE0B8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E0835-0B08-4CF1-9DCB-FAA7C4E1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E829E-2734-4313-8EF1-09FBB716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796DB-44CF-4FB1-820E-B6675A62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803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69C53-BE2E-4D9B-994A-7DC7B09B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D0F43-8CD6-4314-BDB9-C01EFAB3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2F7E1-096B-4C82-B7EB-C3496730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974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5247-F271-4549-83FC-9CC3D8C2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EADF1-E576-4F9F-8997-809EB7822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73FDA-38FA-4AB8-9FCD-56367C362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2FB7C-C48D-47EA-9330-3A5E6DA8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764A8-7D5A-4618-BC5C-C278EA83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7754C-7A3A-47E6-BD23-94397D38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422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CDD9-251E-467A-A505-8EF25D43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AC1CF-90B9-45C8-A8CD-FC6EF171A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FB609-2F3A-447F-929C-40247DDAE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0D07E-B440-46FD-AC4F-A64534D1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F6B47-A142-4418-AAD1-8FE21995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EF1B7-44A6-4ACB-8397-E305F86A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406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5EBE-07D9-42C5-A8AC-6A45E6A3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764D5-8096-4E5B-93A8-E6E98AC19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F5246-55E3-472F-B0D7-710591E3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57FBF-12E0-4C79-B837-038C55B4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9A67-96B3-4D25-89FB-DD0B23A7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847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D8172-A97E-4086-80E8-C3958669C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1A4F8-A006-4D99-A0C8-0E8EB5682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583D5-302D-47AA-A42D-C3F81783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CDCB8-7704-4FB0-B28C-958B6657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B8D0D-1501-4634-BB2E-C66F6D60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corporatefinanceinstitute.com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hyperlink" Target="http://www.corporatefinanceinstitute.com/" TargetMode="Externa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80931B-36FA-41C1-847D-06627B30DE0A}"/>
              </a:ext>
            </a:extLst>
          </p:cNvPr>
          <p:cNvSpPr txBox="1"/>
          <p:nvPr userDrawn="1"/>
        </p:nvSpPr>
        <p:spPr>
          <a:xfrm>
            <a:off x="0" y="6611779"/>
            <a:ext cx="289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u="sng" dirty="0">
                <a:solidFill>
                  <a:schemeClr val="accent5"/>
                </a:solidFill>
                <a:hlinkClick r:id="rId15"/>
              </a:rPr>
              <a:t>www.corporatefinanceinstitute.com</a:t>
            </a:r>
            <a:endParaRPr lang="en-CA" sz="1000" u="sng" dirty="0">
              <a:solidFill>
                <a:schemeClr val="accent5"/>
              </a:solidFill>
            </a:endParaRPr>
          </a:p>
        </p:txBody>
      </p:sp>
      <p:pic>
        <p:nvPicPr>
          <p:cNvPr id="6" name="Picture 5" descr="A picture containing clipart&#10;&#10;Description generated with high confidence">
            <a:extLst>
              <a:ext uri="{FF2B5EF4-FFF2-40B4-BE49-F238E27FC236}">
                <a16:creationId xmlns:a16="http://schemas.microsoft.com/office/drawing/2014/main" id="{34F30C92-CD4D-48B9-B955-C864C815978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1986" y="6501919"/>
            <a:ext cx="979564" cy="31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1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80931B-36FA-41C1-847D-06627B30DE0A}"/>
              </a:ext>
            </a:extLst>
          </p:cNvPr>
          <p:cNvSpPr txBox="1"/>
          <p:nvPr userDrawn="1"/>
        </p:nvSpPr>
        <p:spPr>
          <a:xfrm>
            <a:off x="0" y="6611779"/>
            <a:ext cx="289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u="sng" dirty="0">
                <a:solidFill>
                  <a:schemeClr val="accent5"/>
                </a:solidFill>
                <a:hlinkClick r:id="rId15"/>
              </a:rPr>
              <a:t>www.corporatefinanceinstitute.com</a:t>
            </a:r>
            <a:endParaRPr lang="en-CA" sz="1000" u="sng" dirty="0">
              <a:solidFill>
                <a:schemeClr val="accent5"/>
              </a:solidFill>
            </a:endParaRPr>
          </a:p>
        </p:txBody>
      </p:sp>
      <p:pic>
        <p:nvPicPr>
          <p:cNvPr id="6" name="Picture 5" descr="A picture containing clipart&#10;&#10;Description generated with high confidence">
            <a:extLst>
              <a:ext uri="{FF2B5EF4-FFF2-40B4-BE49-F238E27FC236}">
                <a16:creationId xmlns:a16="http://schemas.microsoft.com/office/drawing/2014/main" id="{34F30C92-CD4D-48B9-B955-C864C815978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1986" y="6501919"/>
            <a:ext cx="979564" cy="31654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6AB45B-FFB2-47C6-A5B8-8EDB710458B2}"/>
              </a:ext>
            </a:extLst>
          </p:cNvPr>
          <p:cNvCxnSpPr/>
          <p:nvPr userDrawn="1"/>
        </p:nvCxnSpPr>
        <p:spPr>
          <a:xfrm>
            <a:off x="0" y="1010573"/>
            <a:ext cx="1702676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04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70" userDrawn="1">
          <p15:clr>
            <a:srgbClr val="F26B43"/>
          </p15:clr>
        </p15:guide>
        <p15:guide id="3" orient="horz" pos="6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4E331-414F-412A-8141-25678B49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41134-2A9B-4C70-8A22-4E45841F2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CB52-41B4-40E3-A5DC-122785E46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October 25th 2017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D41CE-C2A5-4538-90C1-669FC9D69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Private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82888-FEE5-448C-BAC9-7C3E8E234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6ADD1-67D1-4DBE-9F13-13AE3ECC0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1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>
            <a:spLocks noGrp="1"/>
          </p:cNvSpPr>
          <p:nvPr>
            <p:ph type="title"/>
          </p:nvPr>
        </p:nvSpPr>
        <p:spPr>
          <a:xfrm>
            <a:off x="1524000" y="1114425"/>
            <a:ext cx="9144000" cy="24003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5175"/>
              </a:lnSpc>
            </a:pPr>
            <a:r>
              <a:rPr lang="en-US" sz="45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PowerPoint desktop validation corpus</a:t>
            </a:r>
            <a:endParaRPr lang="en-US" dirty="0"/>
          </a:p>
        </p:txBody>
      </p:sp>
      <p:sp>
        <p:nvSpPr>
          <p:cNvPr id="3" name="Text 3"/>
          <p:cNvSpPr txBox="1">
            <a:spLocks noGrp="1"/>
          </p:cNvSpPr>
          <p:nvPr>
            <p:ph type="subTitle" idx="1"/>
          </p:nvPr>
        </p:nvSpPr>
        <p:spPr>
          <a:xfrm>
            <a:off x="1524000" y="3600450"/>
            <a:ext cx="9144000" cy="1657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Template-backed title and subtitle placeholders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>
            <a:spLocks noGrp="1"/>
          </p:cNvSpPr>
          <p:nvPr>
            <p:ph type="title"/>
          </p:nvPr>
        </p:nvSpPr>
        <p:spPr>
          <a:xfrm>
            <a:off x="838200" y="361950"/>
            <a:ext cx="10515600" cy="5429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760"/>
              </a:lnSpc>
            </a:pPr>
            <a:r>
              <a:rPr lang="en-US" sz="24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Placeholder typography parity</a:t>
            </a:r>
            <a:endParaRPr lang="en-US" dirty="0"/>
          </a:p>
        </p:txBody>
      </p:sp>
      <p:sp>
        <p:nvSpPr>
          <p:cNvPr id="3" name="View 3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10515600" cy="43529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  <a:spcAft>
                <a:spcPts val="1000"/>
              </a:spcAft>
            </a:pPr>
            <a:r>
              <a:rPr lang="en-US" sz="21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This slide intentionally uses a View-based text box so template typography must flow into textStyle, not only shape style.</a:t>
            </a:r>
            <a:endParaRPr lang="en-US" dirty="0"/>
          </a:p>
          <a:p>
            <a:pPr>
              <a:lnSpc>
                <a:spcPts val="2415"/>
              </a:lnSpc>
            </a:pPr>
            <a:r>
              <a:rPr lang="en-US" sz="21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Microsoft PowerPoint should preserve line spacing and avoid truncation when the template body placeholder is reused.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1E2A39"/>
      </a:dk2>
      <a:lt2>
        <a:srgbClr val="E6E7E8"/>
      </a:lt2>
      <a:accent1>
        <a:srgbClr val="132E57"/>
      </a:accent1>
      <a:accent2>
        <a:srgbClr val="FA621C"/>
      </a:accent2>
      <a:accent3>
        <a:srgbClr val="1E8496"/>
      </a:accent3>
      <a:accent4>
        <a:srgbClr val="F57A16"/>
      </a:accent4>
      <a:accent5>
        <a:srgbClr val="A5A5A5"/>
      </a:accent5>
      <a:accent6>
        <a:srgbClr val="ED942D"/>
      </a:accent6>
      <a:hlink>
        <a:srgbClr val="FA621C"/>
      </a:hlink>
      <a:folHlink>
        <a:srgbClr val="FA621C"/>
      </a:folHlink>
    </a:clrScheme>
    <a:fontScheme name="Custom 1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ysClr val="window" lastClr="FFFFFF"/>
      </a:lt1>
      <a:dk2>
        <a:srgbClr val="1E2A39"/>
      </a:dk2>
      <a:lt2>
        <a:srgbClr val="E6E7E8"/>
      </a:lt2>
      <a:accent1>
        <a:srgbClr val="132E57"/>
      </a:accent1>
      <a:accent2>
        <a:srgbClr val="FA621C"/>
      </a:accent2>
      <a:accent3>
        <a:srgbClr val="1E8496"/>
      </a:accent3>
      <a:accent4>
        <a:srgbClr val="F57A16"/>
      </a:accent4>
      <a:accent5>
        <a:srgbClr val="A5A5A5"/>
      </a:accent5>
      <a:accent6>
        <a:srgbClr val="ED942D"/>
      </a:accent6>
      <a:hlink>
        <a:srgbClr val="FA621C"/>
      </a:hlink>
      <a:folHlink>
        <a:srgbClr val="FA621C"/>
      </a:folHlink>
    </a:clrScheme>
    <a:fontScheme name="Custom 1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CFI">
      <a:dk1>
        <a:sysClr val="windowText" lastClr="000000"/>
      </a:dk1>
      <a:lt1>
        <a:sysClr val="window" lastClr="FFFFFF"/>
      </a:lt1>
      <a:dk2>
        <a:srgbClr val="FA621C"/>
      </a:dk2>
      <a:lt2>
        <a:srgbClr val="132E57"/>
      </a:lt2>
      <a:accent1>
        <a:srgbClr val="E6E7E8"/>
      </a:accent1>
      <a:accent2>
        <a:srgbClr val="F57A16"/>
      </a:accent2>
      <a:accent3>
        <a:srgbClr val="1E8496"/>
      </a:accent3>
      <a:accent4>
        <a:srgbClr val="E6E7E8"/>
      </a:accent4>
      <a:accent5>
        <a:srgbClr val="ED942D"/>
      </a:accent5>
      <a:accent6>
        <a:srgbClr val="1E2A39"/>
      </a:accent6>
      <a:hlink>
        <a:srgbClr val="E6E7E8"/>
      </a:hlink>
      <a:folHlink>
        <a:srgbClr val="67676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</TotalTime>
  <Words>50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Liberation Sans</vt:lpstr>
      <vt:lpstr>Arial</vt:lpstr>
      <vt:lpstr>Calibri</vt:lpstr>
      <vt:lpstr>Calibri Light</vt:lpstr>
      <vt:lpstr>Office Theme</vt:lpstr>
      <vt:lpstr>1_Office Theme</vt:lpstr>
      <vt:lpstr>2_Office Theme</vt:lpstr>
      <vt:lpstr>PowerPoint desktop validation corpus</vt:lpstr>
      <vt:lpstr>Placeholder typography parity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CFI</dc:creator>
  <cp:lastModifiedBy>진용 김</cp:lastModifiedBy>
  <cp:revision>47</cp:revision>
  <dcterms:created xsi:type="dcterms:W3CDTF">2017-12-07T17:40:14Z</dcterms:created>
  <dcterms:modified xsi:type="dcterms:W3CDTF">2026-08-14T13:13:38Z</dcterms:modified>
</cp:coreProperties>
</file>