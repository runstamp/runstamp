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101"/>
    <p:sldId id="257" r:id="rId10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3" Type="http://schemas.openxmlformats.org/officeDocument/2006/relationships/notesMaster" Target="notesMasters/notesMaster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heme" Target="theme/theme1.xml"/>
  <Relationship Id="rId7" Type="http://schemas.openxmlformats.org/officeDocument/2006/relationships/tableStyles" Target="tableStyles.xml"/>
  <Relationship Id="rId101" Type="http://schemas.openxmlformats.org/officeDocument/2006/relationships/slide" Target="slides/slide1.xml"/>
  <Relationship Id="rId102" Type="http://schemas.openxmlformats.org/officeDocument/2006/relationships/slide" Target="slides/slide2.xml"/>
</Relationships>
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00225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828925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AND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34440"/>
            <a:ext cx="8229600" cy="32232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8229600" y="44577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{{slideNumber}}</a:t>
            </a:r>
            <a:endParaRPr lang="en-US" sz="1000" dirty="0"/>
          </a:p>
        </p:txBody>
      </p:sp>
      <p:sp>
        <p:nvSpPr>
          <p:cNvPr id="5" name="Shape 1"/>
          <p:cNvSpPr/>
          <p:nvPr/>
        </p:nvSpPr>
        <p:spPr>
          <a:xfrm>
            <a:off x="457200" y="1143000"/>
            <a:ext cx="1371600" cy="0"/>
          </a:xfrm>
          <a:prstGeom prst="line">
            <a:avLst/>
          </a:prstGeom>
          <a:noFill/>
          <a:ln w="38100">
            <a:solidFill>
              <a:srgbClr val="1E40AF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HEADER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574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828925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Shape 0"/>
          <p:cNvSpPr/>
          <p:nvPr/>
        </p:nvSpPr>
        <p:spPr>
          <a:xfrm>
            <a:off x="0" y="5006340"/>
            <a:ext cx="3657600" cy="137160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34440"/>
            <a:ext cx="3886200" cy="32232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800600" y="1234440"/>
            <a:ext cx="3886200" cy="32232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8229600" y="44577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{{slideNumber}}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34440"/>
            <a:ext cx="3886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800600" y="1234440"/>
            <a:ext cx="3886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1691640"/>
            <a:ext cx="3886200" cy="27203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800600" y="1691640"/>
            <a:ext cx="3886200" cy="27203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7" name="Shape 0"/>
          <p:cNvSpPr/>
          <p:nvPr/>
        </p:nvSpPr>
        <p:spPr>
          <a:xfrm>
            <a:off x="4572000" y="1234440"/>
            <a:ext cx="0" cy="3177540"/>
          </a:xfrm>
          <a:prstGeom prst="line">
            <a:avLst/>
          </a:prstGeom>
          <a:noFill/>
          <a:ln w="12700">
            <a:solidFill>
              <a:srgbClr val="64748B">
                <a:alpha val="50000"/>
              </a:srgbClr>
            </a:solidFill>
            <a:prstDash val="solid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8229600" y="44577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{{slideNumber}}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1371600" cy="0"/>
          </a:xfrm>
          <a:prstGeom prst="line">
            <a:avLst/>
          </a:prstGeom>
          <a:noFill/>
          <a:ln w="38100">
            <a:solidFill>
              <a:srgbClr val="1E40AF"/>
            </a:solidFill>
            <a:prstDash val="solid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_WITH_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983355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4486275"/>
            <a:ext cx="8229600" cy="428625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14400" y="1285875"/>
            <a:ext cx="7315200" cy="2057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60045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“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title" idx="0"/>
          </p:nvPr>
        </p:nvSpPr>
        <p:spPr>
          <a:xfrm>
            <a:off x="457200" y="1800225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960"/>
              </a:lnSpc>
            </a:pPr>
            <a:r>
              <a:rPr lang="en-US" sz="3300" b="1" dirty="0">
                <a:solidFill>
                  <a:srgbClr val="FFFFFF"/>
                </a:solidFill>
                <a:latin typeface="Calibri"/>
                <a:ea typeface=""/>
                <a:cs typeface=""/>
              </a:rPr>
              <a:t>PowerPoint desktop validation corpus</a:t>
            </a:r>
            <a:endParaRPr lang="en-US" dirty="0"/>
          </a:p>
        </p:txBody>
      </p:sp>
      <p:sp>
        <p:nvSpPr>
          <p:cNvPr id="3" name="Text 3"/>
          <p:cNvSpPr txBox="1"/>
          <p:nvPr>
            <p:ph type="subTitle" idx="1"/>
          </p:nvPr>
        </p:nvSpPr>
        <p:spPr>
          <a:xfrm>
            <a:off x="457200" y="2828925"/>
            <a:ext cx="8229600" cy="5524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800" dirty="0">
                <a:solidFill>
                  <a:srgbClr val="FFFFFF"/>
                </a:solidFill>
                <a:latin typeface="Calibri"/>
                <a:ea typeface=""/>
                <a:cs typeface=""/>
              </a:rPr>
              <a:t>Template-backed title and subtitle placeholders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title" idx="0"/>
          </p:nvPr>
        </p:nvSpPr>
        <p:spPr>
          <a:xfrm>
            <a:off x="457200" y="457200"/>
            <a:ext cx="8229600" cy="6477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520"/>
              </a:lnSpc>
            </a:pPr>
            <a:r>
              <a:rPr lang="en-US" sz="2100" b="1" dirty="0">
                <a:solidFill>
                  <a:srgbClr val="1E293B"/>
                </a:solidFill>
                <a:latin typeface="Calibri"/>
                <a:ea typeface=""/>
                <a:cs typeface=""/>
              </a:rPr>
              <a:t>Placeholder typography parity</a:t>
            </a:r>
            <a:endParaRPr lang="en-US" dirty="0"/>
          </a:p>
        </p:txBody>
      </p:sp>
      <p:sp>
        <p:nvSpPr>
          <p:cNvPr id="3" name="View 3"/>
          <p:cNvSpPr/>
          <p:nvPr>
            <p:ph type="body" idx="1"/>
          </p:nvPr>
        </p:nvSpPr>
        <p:spPr>
          <a:xfrm>
            <a:off x="457200" y="1238250"/>
            <a:ext cx="8229600" cy="3219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20"/>
              </a:lnSpc>
              <a:spcAft>
                <a:spcPts val="1000"/>
              </a:spcAft>
            </a:pPr>
            <a:r>
              <a:rPr lang="en-US" sz="1350" dirty="0">
                <a:solidFill>
                  <a:srgbClr val="1E293B"/>
                </a:solidFill>
                <a:latin typeface="Calibri"/>
                <a:ea typeface=""/>
                <a:cs typeface=""/>
              </a:rPr>
              <a:t>This slide intentionally uses a View-based text box so template typography must flow into textStyle, not only shape style.</a:t>
            </a:r>
            <a:endParaRPr lang="en-US" dirty="0"/>
          </a:p>
          <a:p>
            <a:pPr>
              <a:lnSpc>
                <a:spcPts val="1620"/>
              </a:lnSpc>
            </a:pPr>
            <a:r>
              <a:rPr lang="en-US" sz="1350" dirty="0">
                <a:solidFill>
                  <a:srgbClr val="1E293B"/>
                </a:solidFill>
                <a:latin typeface="Calibri"/>
                <a:ea typeface=""/>
                <a:cs typeface=""/>
              </a:rPr>
              <a:t>Microsoft PowerPoint should preserve line spacing and avoid truncation when the template body placeholder is reused.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PaperJSX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subject/>
  <dc:creator>PaperJSX</dc:creator>
  <cp:lastModifiedBy>PaperJSX</cp:lastModifiedBy>
  <cp:revision>1</cp:revision>
  <dcterms:created xsi:type="dcterms:W3CDTF">2026-02-05T02:25:06Z</dcterms:created>
  <dcterms:modified xsi:type="dcterms:W3CDTF">2026-02-05T02:25:06Z</dcterms:modified>
</cp:coreProperties>
</file>