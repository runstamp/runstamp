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85725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172033"/>
                </a:solidFill>
                <a:latin typeface="Liberation Sans"/>
                <a:ea typeface=""/>
                <a:cs typeface=""/>
              </a:rPr>
              <a:t>Paper.jsx Office baseline</a:t>
            </a:r>
            <a:endParaRPr lang="en-US" dirty="0"/>
          </a:p>
        </p:txBody>
      </p:sp>
      <p:sp>
        <p:nvSpPr>
          <p:cNvPr id="3" name="View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2000250"/>
            <a:ext cx="9715500" cy="2476500"/>
          </a:xfrm>
          <a:prstGeom prst="rect">
            <a:avLst/>
          </a:prstGeom>
          <a:solidFill>
            <a:srgbClr val="2B6DE9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143000" y="2857500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Editable text, native shape, clean package relationships.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Liberation Sans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text and shape baseline</dc:title>
  <dc:creator>Runstamp</dc:creator>
  <cp:lastModifiedBy>진용 김</cp:lastModifiedBy>
  <cp:revision>1</cp:revision>
  <dcterms:created xsi:type="dcterms:W3CDTF">1980-01-01T00:00:02Z</dcterms:created>
  <dcterms:modified xsi:type="dcterms:W3CDTF">2026-08-14T13:14:01Z</dcterms:modified>
</cp:coreProperties>
</file>