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missing-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This deck is intentionally corrupted for harness self-tests.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Carlito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Forced Invalid Relationship Fixture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