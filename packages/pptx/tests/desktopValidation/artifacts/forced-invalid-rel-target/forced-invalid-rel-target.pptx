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missing-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"/>
                <a:cs typeface=""/>
              </a:rPr>
              <a:t>This deck is intentionally corrupted for harness self-tests.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1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Calibri Light</vt:lpstr>
      <vt:lpstr>Office Theme</vt:lpstr>
      <vt:lpstr>Slide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Forced Invalid Relationship Fixture</dc:title>
  <dc:creator>PaperJSX</dc:creator>
  <cp:lastModifiedBy>PaperJSX</cp:lastModifiedBy>
  <cp:revision>1</cp:revision>
  <dcterms:created xsi:type="dcterms:W3CDTF">2026-03-13T06:43:54Z</dcterms:created>
  <dcterms:modified xsi:type="dcterms:W3CDTF">2026-03-13T06:43:54Z</dcterms:modified>
</cp:coreProperties>
</file>