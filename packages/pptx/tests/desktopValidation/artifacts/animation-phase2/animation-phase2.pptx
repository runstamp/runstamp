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7700" y="419100"/>
            <a:ext cx="78105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Animation Phase 2 desktop validation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800100" y="1257300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Prepare launch deck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Validate motion path XML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Validate emphasis aliases</a:t>
            </a:r>
            <a:endParaRPr lang="en-US" dirty="0"/>
          </a:p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Export stakeholder review copy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953000" y="1485900"/>
            <a:ext cx="1714500" cy="838200"/>
          </a:xfrm>
          <a:prstGeom prst="roundRect">
            <a:avLst/>
          </a:prstGeom>
          <a:solidFill>
            <a:srgbClr val="4472C4"/>
          </a:solidFill>
          <a:ln>
            <a:noFill/>
            <a:round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648"/>
              </a:lnSpc>
            </a:pPr>
            <a:r>
              <a:rPr lang="en-US" sz="1350" b="1" dirty="0">
                <a:solidFill>
                  <a:srgbClr val="FFFFFF"/>
                </a:solidFill>
                <a:latin typeface="Aptos"/>
                <a:ea typeface=""/>
                <a:cs typeface=""/>
              </a:rPr>
              <a:t>Grow/Shrink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124700" y="1790700"/>
            <a:ext cx="914400" cy="914400"/>
          </a:xfrm>
          <a:prstGeom prst="ellipse">
            <a:avLst/>
          </a:prstGeom>
          <a:solidFill>
            <a:srgbClr val="C0504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27" dur="indefinite" restart="never" nodeType="tmRoot">
          <p:childTnLst>
            <p:seq concurrent="1" nextAc="seek">
              <p:cTn id="28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" dur="500" fill="hold" autoRev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256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" dur="500" fill="hold" autoRev="1"/>
                                        <p:tgtEl>
                                          <p:spTgt spid="3">
                                            <p:txEl>
                                              <p:p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 0.1 0.7 0.9 1 1" pathEditMode="relative" ptsTypes="AAAA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Phase 2 Validation</dc:title>
  <dc:creator>PaperJSX</dc:creator>
  <cp:lastModifiedBy>PaperJSX</cp:lastModifiedBy>
  <cp:revision>1</cp:revision>
  <dcterms:created xsi:type="dcterms:W3CDTF">2026-07-14T19:22:32Z</dcterms:created>
  <dcterms:modified xsi:type="dcterms:W3CDTF">2026-07-14T19:22:32Z</dcterms:modified>
</cp:coreProperties>
</file>