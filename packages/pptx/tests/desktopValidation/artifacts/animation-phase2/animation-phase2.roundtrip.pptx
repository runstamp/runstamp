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7700" y="419100"/>
            <a:ext cx="7810500" cy="51435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563"/>
              </a:lnSpc>
            </a:pPr>
            <a:r>
              <a:rPr lang="en-US" sz="2100" b="1" dirty="0">
                <a:solidFill>
                  <a:srgbClr val="0F172A"/>
                </a:solidFill>
                <a:latin typeface="Carlito"/>
                <a:ea typeface=""/>
                <a:cs typeface=""/>
              </a:rPr>
              <a:t>Animation Phase 2 desktop validation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800100" y="1257300"/>
            <a:ext cx="3429000" cy="20955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 lvl="0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Carlito"/>
                <a:ea typeface=""/>
                <a:cs typeface=""/>
              </a:rPr>
              <a:t>Prepare launch deck</a:t>
            </a:r>
            <a:endParaRPr lang="en-US" dirty="0"/>
          </a:p>
          <a:p>
            <a:pPr lvl="1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Carlito"/>
                <a:ea typeface=""/>
                <a:cs typeface=""/>
              </a:rPr>
              <a:t>Validate motion path XML</a:t>
            </a:r>
            <a:endParaRPr lang="en-US" dirty="0"/>
          </a:p>
          <a:p>
            <a:pPr lvl="1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Carlito"/>
                <a:ea typeface=""/>
                <a:cs typeface=""/>
              </a:rPr>
              <a:t>Validate emphasis aliases</a:t>
            </a:r>
            <a:endParaRPr lang="en-US" dirty="0"/>
          </a:p>
          <a:p>
            <a:pPr lvl="0">
              <a:lnSpc>
                <a:spcPts val="1831"/>
              </a:lnSpc>
            </a:pPr>
            <a:r>
              <a:rPr lang="en-US" sz="1500" dirty="0">
                <a:solidFill>
                  <a:srgbClr val="1F2937"/>
                </a:solidFill>
                <a:latin typeface="Carlito"/>
                <a:ea typeface=""/>
                <a:cs typeface=""/>
              </a:rPr>
              <a:t>Export stakeholder review copy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953000" y="1485900"/>
            <a:ext cx="1714500" cy="838200"/>
          </a:xfrm>
          <a:prstGeom prst="roundRect">
            <a:avLst/>
          </a:prstGeom>
          <a:solidFill>
            <a:srgbClr val="4472C4"/>
          </a:solidFill>
          <a:ln>
            <a:noFill/>
            <a:round/>
          </a:ln>
        </p:spPr>
        <p:txBody>
          <a:bodyPr spcFirstLastPara="0" wrap="square" lIns="0" tIns="0" rIns="0" bIns="0" rtlCol="0">
            <a:normAutofit/>
          </a:bodyPr>
          <a:lstStyle/>
          <a:p>
            <a:pPr algn="ctr">
              <a:lnSpc>
                <a:spcPts val="1648"/>
              </a:lnSpc>
            </a:pPr>
            <a:r>
              <a:rPr lang="en-US" sz="1350" b="1" dirty="0">
                <a:solidFill>
                  <a:srgbClr val="FFFFFF"/>
                </a:solidFill>
                <a:latin typeface="Carlito"/>
                <a:ea typeface=""/>
                <a:cs typeface=""/>
              </a:rPr>
              <a:t>Grow/Shrink</a:t>
            </a:r>
            <a:endParaRPr lang="en-US" dirty="0"/>
          </a:p>
        </p:txBody>
      </p:sp>
      <p:sp>
        <p:nvSpPr>
          <p:cNvPr id="5" name="View 5"/>
          <p:cNvSpPr/>
          <p:nvPr/>
        </p:nvSpPr>
        <p:spPr>
          <a:xfrm>
            <a:off x="7124700" y="1790700"/>
            <a:ext cx="914400" cy="914400"/>
          </a:xfrm>
          <a:prstGeom prst="ellipse">
            <a:avLst/>
          </a:prstGeom>
          <a:solidFill>
            <a:srgbClr val="C0504D"/>
          </a:solidFill>
          <a:ln>
            <a:noFill/>
            <a:round/>
          </a:ln>
        </p:spPr>
        <p:txBody>
          <a:bodyPr lIns="0" tIns="0" rIns="0" bIns="0" rtlCol="0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autoRev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563E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autoRev="1" fill="hold"/>
                                        <p:tgtEl>
                                          <p:spTgt spid="3">
                                            <p:txEl>
                                              <p:p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BFB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from x="100000" y="100000"/>
                                      <p:to x="14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2 0.1 0.7 0.9 1 1" pathEditMode="relative" ptsTypes="AAAA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Carlito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Animation Phase 2 Validation</dc:title>
  <dc:creator>Runstamp</dc:creator>
  <cp:lastModifiedBy>진용 김</cp:lastModifiedBy>
  <cp:revision>1</cp:revision>
  <dcterms:created xsi:type="dcterms:W3CDTF">1980-01-01T00:00:02Z</dcterms:created>
  <dcterms:modified xsi:type="dcterms:W3CDTF">2026-08-14T13:14:51Z</dcterms:modified>
</cp:coreProperties>
</file>