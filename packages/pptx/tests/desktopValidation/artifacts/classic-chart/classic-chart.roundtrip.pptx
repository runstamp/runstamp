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US" sz="1350" b="1">
                <a:solidFill>
                  <a:srgbClr val="000000"/>
                </a:solidFill>
                <a:latin typeface="Carlito"/>
              </a:rPr>
              <a:t>Bookings by region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1.7000000000000001E-2"/>
          <c:y val="0.16950000000000001"/>
          <c:w val="0.96609999999999996"/>
          <c:h val="0.581200000000000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latin typeface="Carlit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31</c:v>
                </c:pt>
                <c:pt idx="3">
                  <c:v>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F96-D442-BE9C-E84CCAB077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</c:v>
                </c:pt>
              </c:strCache>
            </c:strRef>
          </c:tx>
          <c:spPr>
            <a:solidFill>
              <a:srgbClr val="F9731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latin typeface="Carlit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LATAM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54</c:v>
                </c:pt>
                <c:pt idx="1">
                  <c:v>34</c:v>
                </c:pt>
                <c:pt idx="2">
                  <c:v>39</c:v>
                </c:pt>
                <c:pt idx="3">
                  <c:v>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F96-D442-BE9C-E84CCAB077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0"/>
          <a:lstStyle/>
          <a:p>
            <a:pPr>
              <a:defRPr sz="825">
                <a:latin typeface="Carlito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CBD5E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0"/>
          <a:lstStyle/>
          <a:p>
            <a:pPr>
              <a:defRPr sz="825">
                <a:latin typeface="Carlito"/>
              </a:defRPr>
            </a:pPr>
            <a:endParaRPr lang="en-US"/>
          </a:p>
        </c:tx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1.7000000000000001E-2"/>
          <c:y val="0.86460000000000004"/>
          <c:w val="0.96609999999999996"/>
          <c:h val="9.5399999999999999E-2"/>
        </c:manualLayout>
      </c:layout>
      <c:overlay val="0"/>
      <c:txPr>
        <a:bodyPr/>
        <a:lstStyle/>
        <a:p>
          <a:pPr>
            <a:defRPr sz="825">
              <a:latin typeface="Carlito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0005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563"/>
              </a:lnSpc>
            </a:pPr>
            <a:r>
              <a:rPr lang="en-US" sz="2100" b="1" dirty="0">
                <a:solidFill>
                  <a:srgbClr val="0F172A"/>
                </a:solidFill>
                <a:latin typeface="Carlito"/>
                <a:ea typeface=""/>
                <a:cs typeface=""/>
              </a:rPr>
              <a:t>Quarterly bookings expanded in every region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685800" y="1123950"/>
          <a:ext cx="7772400" cy="3295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Carlito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 Chart Baseline</dc:title>
  <dc:creator>Runstamp</dc:creator>
  <cp:lastModifiedBy>진용 김</cp:lastModifiedBy>
  <cp:revision>1</cp:revision>
  <dcterms:created xsi:type="dcterms:W3CDTF">1980-01-01T00:00:02Z</dcterms:created>
  <dcterms:modified xsi:type="dcterms:W3CDTF">2026-08-14T13:13:31Z</dcterms:modified>
</cp:coreProperties>
</file>