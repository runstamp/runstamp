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Aptos"/>
              </a:rPr>
              <a:t>Bookings by region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17"/>
          <c:y val="0.1695"/>
          <c:w val="0.9661"/>
          <c:h val="0.69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31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</c:v>
                </c:pt>
                <c:pt idx="1">
                  <c:v>34</c:v>
                </c:pt>
                <c:pt idx="2">
                  <c:v>39</c:v>
                </c:pt>
                <c:pt idx="3">
                  <c:v>17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>
                  <a:latin typeface="Aptos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Aptos"/>
              </a:defRPr>
            </a:pPr>
            <a:endParaRPr lang="en-US" dirty="0"/>
          </a:p>
        </c:tx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Aptos"/>
              </a:defRPr>
            </a:pPr>
            <a:endParaRPr lang="en-US" dirty="0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25">
              <a:latin typeface="Apto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000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0F172A"/>
                </a:solidFill>
                <a:latin typeface="Aptos"/>
                <a:ea typeface=""/>
                <a:cs typeface=""/>
              </a:rPr>
              <a:t>Quarterly bookings expanded in every region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685800" y="1123950"/>
          <a:ext cx="777240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Chart Baseline</dc:title>
  <dc:creator>PaperJSX</dc:creator>
  <cp:lastModifiedBy>PaperJSX</cp:lastModifiedBy>
  <cp:revision>1</cp:revision>
  <dcterms:created xsi:type="dcterms:W3CDTF">2026-03-13T06:43:53Z</dcterms:created>
  <dcterms:modified xsi:type="dcterms:W3CDTF">2026-03-13T06:43:53Z</dcterms:modified>
</cp:coreProperties>
</file>