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presProps" Target="presProps.xml"/>
  <Relationship Id="rId16" Type="http://schemas.openxmlformats.org/officeDocument/2006/relationships/viewProps" Target="viewProps.xml"/>
  <Relationship Id="rId17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 fontScale="100000"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!-- Batch E will replace these script slots once matching assets are admitted. --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rlito"/>
        <a:ea typeface=""/>
        <a:cs typeface=""/>
        <!-- Batch E will replace these script slots once matching assets are admitted. --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Runstamp</Application>
  <PresentationFormat>On-screen Show (16:9)</PresentationFormat>
  <Slides>12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Carlito</vt:lpstr>
      <vt:lpstr>Carlito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 Text Pagination Corpus</dc:title>
  <dc:creator>Runstamp</dc:creator>
  <cp:lastModifiedBy>Runstamp</cp:lastModifiedBy>
  <cp:revision>1</cp:revision>
  <dcterms:created xsi:type="dcterms:W3CDTF">1980-01-01T00:00:02Z</dcterms:created>
  <dcterms:modified xsi:type="dcterms:W3CDTF">1980-01-01T00:00:02Z</dcterms:modified>
</cp:coreProperties>
</file>