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5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>
      <p:cViewPr varScale="1">
        <p:scale>
          <a:sx n="120" d="100"/>
          <a:sy n="120" d="100"/>
        </p:scale>
        <p:origin x="80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lvl1pPr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0" y="0"/>
            <a:ext cx="12192000" cy="314325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0" tIns="0" rIns="0" bIns="0" rtlCol="0">
            <a:normAutofit/>
          </a:bodyPr>
          <a:lstStyle/>
          <a:p>
            <a:pPr>
              <a:lnSpc>
                <a:spcPts val="2415"/>
              </a:lnSpc>
            </a:pPr>
            <a:r>
              <a:rPr lang="en-US" sz="2100" b="1" dirty="0">
                <a:solidFill>
                  <a:srgbClr val="000000"/>
                </a:solidFill>
                <a:latin typeface="Liberation Sans"/>
                <a:ea typeface=""/>
                <a:cs typeface=""/>
              </a:rPr>
              <a:t>Route parity must paginate identically</a:t>
            </a:r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0" y="304800"/>
            <a:ext cx="12192000" cy="5267325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0" tIns="0" rIns="0" bIns="0" rtlCol="0">
            <a:normAutofit/>
          </a:bodyPr>
          <a:lstStyle/>
          <a:p>
            <a:pPr>
              <a:lnSpc>
                <a:spcPts val="2070"/>
              </a:lnSpc>
            </a:pPr>
            <a:r>
              <a:rPr lang="en-US" sz="1800" dirty="0">
                <a:solidFill>
                  <a:srgbClr val="000000"/>
                </a:solidFill>
                <a:latin typeface="Liberation Sans"/>
                <a:ea typeface=""/>
                <a:cs typeface=""/>
              </a:rPr>
              <a:t>Paragraph 1: desktop validation must confirm text overflow, chart fit, and pagination parity across Studio and direct exports. Paragraph 1: desktop validation must confirm text overflow, chart fit, and pagination parity across Studio and direct exports. Paragraph 1: desktop validation must confirm text overflow, chart fit, and pagination parity across Studio and direct exports. Paragraph 1: desktop validation must confirm text overflow, chart fit, and pagination parity across Studio and direct exports. Paragraph 1: desktop validation must confirm text overflow, chart fit, and pagination parity across Studio and direct exports. Paragraph 1: desktop validation must confirm text overflow, chart fit, and pagination parity across Studio and direct exports. Paragraph 1: desktop validation must confirm text overflow, chart fit, and pagination parity across Studio and direct exports. Paragraph 1: desktop validation must confirm text overflow, chart fit, and pagination parity across Studio and direct exports. Paragraph 1: desktop validation must confirm text overflow, chart fit, and pagination parity across Studio and direct exports. Paragraph 1: desktop validation must confirm text overflow, chart fit, and pagination parity across Studio and direct exports. Paragraph 1: desktop validation must confirm text overflow, chart fit, and pagination parity across Studio and direct exports. Paragraph 1: desktop validation must confirm text overflow, chart fit, and pagination parity across Studio and direct exports. Paragraph 1: desktop validation must confirm text overflow, chart fit, and pagination parity across Studio and direct exports. Paragraph 1: desktop validation must confirm text overflow, chart fit, and pagination parity across Studio and direct exports. Paragraph 1: desktop validation must confirm text overflow, chart fit, and pagination parity across Studio and direct exports. Paragraph 1: desktop validation must confirm text overflow, chart fit, and pagination parity across Studio and direct exports. Paragraph 1: desktop validation must confirm text overflow, chart fit, and pagination parity across Studio and direct exports. Paragraph 1: desktop validation must confirm text overflow, chart fit, and pagination parity across Studio and direct exports. 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0" y="0"/>
            <a:ext cx="12192000" cy="314325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0" tIns="0" rIns="0" bIns="0" rtlCol="0">
            <a:normAutofit/>
          </a:bodyPr>
          <a:lstStyle/>
          <a:p>
            <a:pPr>
              <a:lnSpc>
                <a:spcPts val="2415"/>
              </a:lnSpc>
            </a:pPr>
            <a:r>
              <a:rPr lang="en-US" sz="2100" b="1" dirty="0">
                <a:solidFill>
                  <a:srgbClr val="000000"/>
                </a:solidFill>
                <a:latin typeface="Liberation Sans"/>
                <a:ea typeface=""/>
                <a:cs typeface=""/>
              </a:rPr>
              <a:t>Route parity must paginate identically (Cont.)</a:t>
            </a:r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0" y="304800"/>
            <a:ext cx="12192000" cy="5267325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0" tIns="0" rIns="0" bIns="0" rtlCol="0">
            <a:normAutofit/>
          </a:bodyPr>
          <a:lstStyle/>
          <a:p>
            <a:pPr>
              <a:lnSpc>
                <a:spcPts val="2070"/>
              </a:lnSpc>
            </a:pPr>
            <a:r>
              <a:rPr lang="en-US" sz="1800" dirty="0">
                <a:solidFill>
                  <a:srgbClr val="000000"/>
                </a:solidFill>
                <a:latin typeface="Liberation Sans"/>
                <a:ea typeface=""/>
                <a:cs typeface=""/>
              </a:rPr>
              <a:t>Paragraph 2: desktop validation must confirm text overflow, chart fit, and pagination parity across Studio and direct exports. Paragraph 2: desktop validation must confirm text overflow, chart fit, and pagination parity across Studio and direct exports. Paragraph 2: desktop validation must confirm text overflow, chart fit, and pagination parity across Studio and direct exports. Paragraph 2: desktop validation must confirm text overflow, chart fit, and pagination parity across Studio and direct exports. Paragraph 2: desktop validation must confirm text overflow, chart fit, and pagination parity across Studio and direct exports. Paragraph 2: desktop validation must confirm text overflow, chart fit, and pagination parity across Studio and direct exports. Paragraph 2: desktop validation must confirm text overflow, chart fit, and pagination parity across Studio and direct exports. Paragraph 2: desktop validation must confirm text overflow, chart fit, and pagination parity across Studio and direct exports. Paragraph 2: desktop validation must confirm text overflow, chart fit, and pagination parity across Studio and direct exports. Paragraph 2: desktop validation must confirm text overflow, chart fit, and pagination parity across Studio and direct exports. Paragraph 2: desktop validation must confirm text overflow, chart fit, and pagination parity across Studio and direct exports. Paragraph 2: desktop validation must confirm text overflow, chart fit, and pagination parity across Studio and direct exports. Paragraph 2: desktop validation must confirm text overflow, chart fit, and pagination parity across Studio and direct exports. Paragraph 2: desktop validation must confirm text overflow, chart fit, and pagination parity across Studio and direct exports. Paragraph 2: desktop validation must confirm text overflow, chart fit, and pagination parity across Studio and direct exports. Paragraph 2: desktop validation must confirm text overflow, chart fit, and pagination parity across Studio and direct exports. Paragraph 2: desktop validation must confirm text overflow, chart fit, and pagination parity across Studio and direct exports. Paragraph 2: desktop validation must confirm text overflow, chart fit, and pagination parity across Studio and direct exports. 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0" y="0"/>
            <a:ext cx="12192000" cy="314325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0" tIns="0" rIns="0" bIns="0" rtlCol="0">
            <a:normAutofit/>
          </a:bodyPr>
          <a:lstStyle/>
          <a:p>
            <a:pPr>
              <a:lnSpc>
                <a:spcPts val="2415"/>
              </a:lnSpc>
            </a:pPr>
            <a:r>
              <a:rPr lang="en-US" sz="2100" b="1" dirty="0">
                <a:solidFill>
                  <a:srgbClr val="000000"/>
                </a:solidFill>
                <a:latin typeface="Liberation Sans"/>
                <a:ea typeface=""/>
                <a:cs typeface=""/>
              </a:rPr>
              <a:t>Route parity must paginate identically (Cont.)</a:t>
            </a:r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0" y="304800"/>
            <a:ext cx="12192000" cy="5267325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0" tIns="0" rIns="0" bIns="0" rtlCol="0">
            <a:normAutofit/>
          </a:bodyPr>
          <a:lstStyle/>
          <a:p>
            <a:pPr>
              <a:lnSpc>
                <a:spcPts val="2070"/>
              </a:lnSpc>
            </a:pPr>
            <a:r>
              <a:rPr lang="en-US" sz="1800" dirty="0">
                <a:solidFill>
                  <a:srgbClr val="000000"/>
                </a:solidFill>
                <a:latin typeface="Liberation Sans"/>
                <a:ea typeface=""/>
                <a:cs typeface=""/>
              </a:rPr>
              <a:t>Paragraph 3: desktop validation must confirm text overflow, chart fit, and pagination parity across Studio and direct exports. Paragraph 3: desktop validation must confirm text overflow, chart fit, and pagination parity across Studio and direct exports. Paragraph 3: desktop validation must confirm text overflow, chart fit, and pagination parity across Studio and direct exports. Paragraph 3: desktop validation must confirm text overflow, chart fit, and pagination parity across Studio and direct exports. Paragraph 3: desktop validation must confirm text overflow, chart fit, and pagination parity across Studio and direct exports. Paragraph 3: desktop validation must confirm text overflow, chart fit, and pagination parity across Studio and direct exports. Paragraph 3: desktop validation must confirm text overflow, chart fit, and pagination parity across Studio and direct exports. Paragraph 3: desktop validation must confirm text overflow, chart fit, and pagination parity across Studio and direct exports. Paragraph 3: desktop validation must confirm text overflow, chart fit, and pagination parity across Studio and direct exports. Paragraph 3: desktop validation must confirm text overflow, chart fit, and pagination parity across Studio and direct exports. Paragraph 3: desktop validation must confirm text overflow, chart fit, and pagination parity across Studio and direct exports. Paragraph 3: desktop validation must confirm text overflow, chart fit, and pagination parity across Studio and direct exports. Paragraph 3: desktop validation must confirm text overflow, chart fit, and pagination parity across Studio and direct exports. Paragraph 3: desktop validation must confirm text overflow, chart fit, and pagination parity across Studio and direct exports. Paragraph 3: desktop validation must confirm text overflow, chart fit, and pagination parity across Studio and direct exports. Paragraph 3: desktop validation must confirm text overflow, chart fit, and pagination parity across Studio and direct exports. Paragraph 3: desktop validation must confirm text overflow, chart fit, and pagination parity across Studio and direct exports. Paragraph 3: desktop validation must confirm text overflow, chart fit, and pagination parity across Studio and direct exports. 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0" y="0"/>
            <a:ext cx="12192000" cy="314325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0" tIns="0" rIns="0" bIns="0" rtlCol="0">
            <a:normAutofit/>
          </a:bodyPr>
          <a:lstStyle/>
          <a:p>
            <a:pPr>
              <a:lnSpc>
                <a:spcPts val="2415"/>
              </a:lnSpc>
            </a:pPr>
            <a:r>
              <a:rPr lang="en-US" sz="2100" b="1" dirty="0">
                <a:solidFill>
                  <a:srgbClr val="000000"/>
                </a:solidFill>
                <a:latin typeface="Liberation Sans"/>
                <a:ea typeface=""/>
                <a:cs typeface=""/>
              </a:rPr>
              <a:t>Route parity must paginate identically (Cont.)</a:t>
            </a:r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0" y="304800"/>
            <a:ext cx="12192000" cy="5267325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0" tIns="0" rIns="0" bIns="0" rtlCol="0">
            <a:normAutofit/>
          </a:bodyPr>
          <a:lstStyle/>
          <a:p>
            <a:pPr>
              <a:lnSpc>
                <a:spcPts val="2070"/>
              </a:lnSpc>
            </a:pPr>
            <a:r>
              <a:rPr lang="en-US" sz="1800" dirty="0">
                <a:solidFill>
                  <a:srgbClr val="000000"/>
                </a:solidFill>
                <a:latin typeface="Liberation Sans"/>
                <a:ea typeface=""/>
                <a:cs typeface=""/>
              </a:rPr>
              <a:t>Paragraph 4: desktop validation must confirm text overflow, chart fit, and pagination parity across Studio and direct exports. Paragraph 4: desktop validation must confirm text overflow, chart fit, and pagination parity across Studio and direct exports. Paragraph 4: desktop validation must confirm text overflow, chart fit, and pagination parity across Studio and direct exports. Paragraph 4: desktop validation must confirm text overflow, chart fit, and pagination parity across Studio and direct exports. Paragraph 4: desktop validation must confirm text overflow, chart fit, and pagination parity across Studio and direct exports. Paragraph 4: desktop validation must confirm text overflow, chart fit, and pagination parity across Studio and direct exports. Paragraph 4: desktop validation must confirm text overflow, chart fit, and pagination parity across Studio and direct exports. Paragraph 4: desktop validation must confirm text overflow, chart fit, and pagination parity across Studio and direct exports. Paragraph 4: desktop validation must confirm text overflow, chart fit, and pagination parity across Studio and direct exports. Paragraph 4: desktop validation must confirm text overflow, chart fit, and pagination parity across Studio and direct exports. Paragraph 4: desktop validation must confirm text overflow, chart fit, and pagination parity across Studio and direct exports. Paragraph 4: desktop validation must confirm text overflow, chart fit, and pagination parity across Studio and direct exports. Paragraph 4: desktop validation must confirm text overflow, chart fit, and pagination parity across Studio and direct exports. Paragraph 4: desktop validation must confirm text overflow, chart fit, and pagination parity across Studio and direct exports. Paragraph 4: desktop validation must confirm text overflow, chart fit, and pagination parity across Studio and direct exports. Paragraph 4: desktop validation must confirm text overflow, chart fit, and pagination parity across Studio and direct exports. Paragraph 4: desktop validation must confirm text overflow, chart fit, and pagination parity across Studio and direct exports. Paragraph 4: desktop validation must confirm text overflow, chart fit, and pagination parity across Studio and direct exports. 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0" y="0"/>
            <a:ext cx="12192000" cy="314325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0" tIns="0" rIns="0" bIns="0" rtlCol="0">
            <a:normAutofit/>
          </a:bodyPr>
          <a:lstStyle/>
          <a:p>
            <a:pPr>
              <a:lnSpc>
                <a:spcPts val="2415"/>
              </a:lnSpc>
            </a:pPr>
            <a:r>
              <a:rPr lang="en-US" sz="2100" b="1" dirty="0">
                <a:solidFill>
                  <a:srgbClr val="000000"/>
                </a:solidFill>
                <a:latin typeface="Liberation Sans"/>
                <a:ea typeface=""/>
                <a:cs typeface=""/>
              </a:rPr>
              <a:t>Route parity must paginate identically (Cont.)</a:t>
            </a:r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0" y="304800"/>
            <a:ext cx="12192000" cy="5267325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0" tIns="0" rIns="0" bIns="0" rtlCol="0">
            <a:normAutofit/>
          </a:bodyPr>
          <a:lstStyle/>
          <a:p>
            <a:pPr>
              <a:lnSpc>
                <a:spcPts val="2070"/>
              </a:lnSpc>
            </a:pPr>
            <a:r>
              <a:rPr lang="en-US" sz="1800" dirty="0">
                <a:solidFill>
                  <a:srgbClr val="000000"/>
                </a:solidFill>
                <a:latin typeface="Liberation Sans"/>
                <a:ea typeface=""/>
                <a:cs typeface=""/>
              </a:rPr>
              <a:t>Paragraph 5: desktop validation must confirm text overflow, chart fit, and pagination parity across Studio and direct exports. Paragraph 5: desktop validation must confirm text overflow, chart fit, and pagination parity across Studio and direct exports. Paragraph 5: desktop validation must confirm text overflow, chart fit, and pagination parity across Studio and direct exports. Paragraph 5: desktop validation must confirm text overflow, chart fit, and pagination parity across Studio and direct exports. Paragraph 5: desktop validation must confirm text overflow, chart fit, and pagination parity across Studio and direct exports. Paragraph 5: desktop validation must confirm text overflow, chart fit, and pagination parity across Studio and direct exports. Paragraph 5: desktop validation must confirm text overflow, chart fit, and pagination parity across Studio and direct exports. Paragraph 5: desktop validation must confirm text overflow, chart fit, and pagination parity across Studio and direct exports. Paragraph 5: desktop validation must confirm text overflow, chart fit, and pagination parity across Studio and direct exports. Paragraph 5: desktop validation must confirm text overflow, chart fit, and pagination parity across Studio and direct exports. Paragraph 5: desktop validation must confirm text overflow, chart fit, and pagination parity across Studio and direct exports. Paragraph 5: desktop validation must confirm text overflow, chart fit, and pagination parity across Studio and direct exports. Paragraph 5: desktop validation must confirm text overflow, chart fit, and pagination parity across Studio and direct exports. Paragraph 5: desktop validation must confirm text overflow, chart fit, and pagination parity across Studio and direct exports. Paragraph 5: desktop validation must confirm text overflow, chart fit, and pagination parity across Studio and direct exports. Paragraph 5: desktop validation must confirm text overflow, chart fit, and pagination parity across Studio and direct exports. Paragraph 5: desktop validation must confirm text overflow, chart fit, and pagination parity across Studio and direct exports. Paragraph 5: desktop validation must confirm text overflow, chart fit, and pagination parity across Studio and direct exports. 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0" y="0"/>
            <a:ext cx="12192000" cy="314325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0" tIns="0" rIns="0" bIns="0" rtlCol="0">
            <a:normAutofit/>
          </a:bodyPr>
          <a:lstStyle/>
          <a:p>
            <a:pPr>
              <a:lnSpc>
                <a:spcPts val="2415"/>
              </a:lnSpc>
            </a:pPr>
            <a:r>
              <a:rPr lang="en-US" sz="2100" b="1" dirty="0">
                <a:solidFill>
                  <a:srgbClr val="000000"/>
                </a:solidFill>
                <a:latin typeface="Liberation Sans"/>
                <a:ea typeface=""/>
                <a:cs typeface=""/>
              </a:rPr>
              <a:t>Route parity must paginate identically (Cont.)</a:t>
            </a:r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0" y="304800"/>
            <a:ext cx="12192000" cy="5267325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0" tIns="0" rIns="0" bIns="0" rtlCol="0">
            <a:normAutofit/>
          </a:bodyPr>
          <a:lstStyle/>
          <a:p>
            <a:pPr>
              <a:lnSpc>
                <a:spcPts val="2070"/>
              </a:lnSpc>
            </a:pPr>
            <a:r>
              <a:rPr lang="en-US" sz="1800" dirty="0">
                <a:solidFill>
                  <a:srgbClr val="000000"/>
                </a:solidFill>
                <a:latin typeface="Liberation Sans"/>
                <a:ea typeface=""/>
                <a:cs typeface=""/>
              </a:rPr>
              <a:t>Paragraph 6: desktop validation must confirm text overflow, chart fit, and pagination parity across Studio and direct exports. Paragraph 6: desktop validation must confirm text overflow, chart fit, and pagination parity across Studio and direct exports. Paragraph 6: desktop validation must confirm text overflow, chart fit, and pagination parity across Studio and direct exports. Paragraph 6: desktop validation must confirm text overflow, chart fit, and pagination parity across Studio and direct exports. Paragraph 6: desktop validation must confirm text overflow, chart fit, and pagination parity across Studio and direct exports. Paragraph 6: desktop validation must confirm text overflow, chart fit, and pagination parity across Studio and direct exports. Paragraph 6: desktop validation must confirm text overflow, chart fit, and pagination parity across Studio and direct exports. Paragraph 6: desktop validation must confirm text overflow, chart fit, and pagination parity across Studio and direct exports. Paragraph 6: desktop validation must confirm text overflow, chart fit, and pagination parity across Studio and direct exports. Paragraph 6: desktop validation must confirm text overflow, chart fit, and pagination parity across Studio and direct exports. Paragraph 6: desktop validation must confirm text overflow, chart fit, and pagination parity across Studio and direct exports. Paragraph 6: desktop validation must confirm text overflow, chart fit, and pagination parity across Studio and direct exports. Paragraph 6: desktop validation must confirm text overflow, chart fit, and pagination parity across Studio and direct exports. Paragraph 6: desktop validation must confirm text overflow, chart fit, and pagination parity across Studio and direct exports. Paragraph 6: desktop validation must confirm text overflow, chart fit, and pagination parity across Studio and direct exports. Paragraph 6: desktop validation must confirm text overflow, chart fit, and pagination parity across Studio and direct exports. Paragraph 6: desktop validation must confirm text overflow, chart fit, and pagination parity across Studio and direct exports. Paragraph 6: desktop validation must confirm text overflow, chart fit, and pagination parity across Studio and direct exports. 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0" y="0"/>
            <a:ext cx="12192000" cy="314325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0" tIns="0" rIns="0" bIns="0" rtlCol="0">
            <a:normAutofit/>
          </a:bodyPr>
          <a:lstStyle/>
          <a:p>
            <a:pPr>
              <a:lnSpc>
                <a:spcPts val="2415"/>
              </a:lnSpc>
            </a:pPr>
            <a:r>
              <a:rPr lang="en-US" sz="2100" b="1" dirty="0">
                <a:solidFill>
                  <a:srgbClr val="000000"/>
                </a:solidFill>
                <a:latin typeface="Liberation Sans"/>
                <a:ea typeface=""/>
                <a:cs typeface=""/>
              </a:rPr>
              <a:t>Route parity must paginate identically (Cont.)</a:t>
            </a:r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0" y="304800"/>
            <a:ext cx="12192000" cy="5267325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0" tIns="0" rIns="0" bIns="0" rtlCol="0">
            <a:normAutofit/>
          </a:bodyPr>
          <a:lstStyle/>
          <a:p>
            <a:pPr>
              <a:lnSpc>
                <a:spcPts val="2070"/>
              </a:lnSpc>
            </a:pPr>
            <a:r>
              <a:rPr lang="en-US" sz="1800" dirty="0">
                <a:solidFill>
                  <a:srgbClr val="000000"/>
                </a:solidFill>
                <a:latin typeface="Liberation Sans"/>
                <a:ea typeface=""/>
                <a:cs typeface=""/>
              </a:rPr>
              <a:t>Paragraph 7: desktop validation must confirm text overflow, chart fit, and pagination parity across Studio and direct exports. Paragraph 7: desktop validation must confirm text overflow, chart fit, and pagination parity across Studio and direct exports. Paragraph 7: desktop validation must confirm text overflow, chart fit, and pagination parity across Studio and direct exports. Paragraph 7: desktop validation must confirm text overflow, chart fit, and pagination parity across Studio and direct exports. Paragraph 7: desktop validation must confirm text overflow, chart fit, and pagination parity across Studio and direct exports. Paragraph 7: desktop validation must confirm text overflow, chart fit, and pagination parity across Studio and direct exports. Paragraph 7: desktop validation must confirm text overflow, chart fit, and pagination parity across Studio and direct exports. Paragraph 7: desktop validation must confirm text overflow, chart fit, and pagination parity across Studio and direct exports. Paragraph 7: desktop validation must confirm text overflow, chart fit, and pagination parity across Studio and direct exports. Paragraph 7: desktop validation must confirm text overflow, chart fit, and pagination parity across Studio and direct exports. Paragraph 7: desktop validation must confirm text overflow, chart fit, and pagination parity across Studio and direct exports. Paragraph 7: desktop validation must confirm text overflow, chart fit, and pagination parity across Studio and direct exports. Paragraph 7: desktop validation must confirm text overflow, chart fit, and pagination parity across Studio and direct exports. Paragraph 7: desktop validation must confirm text overflow, chart fit, and pagination parity across Studio and direct exports. Paragraph 7: desktop validation must confirm text overflow, chart fit, and pagination parity across Studio and direct exports. Paragraph 7: desktop validation must confirm text overflow, chart fit, and pagination parity across Studio and direct exports. Paragraph 7: desktop validation must confirm text overflow, chart fit, and pagination parity across Studio and direct exports. Paragraph 7: desktop validation must confirm text overflow, chart fit, and pagination parity across Studio and direct exports. 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0" y="0"/>
            <a:ext cx="12192000" cy="314325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0" tIns="0" rIns="0" bIns="0" rtlCol="0">
            <a:normAutofit/>
          </a:bodyPr>
          <a:lstStyle/>
          <a:p>
            <a:pPr>
              <a:lnSpc>
                <a:spcPts val="2415"/>
              </a:lnSpc>
            </a:pPr>
            <a:r>
              <a:rPr lang="en-US" sz="2100" b="1" dirty="0">
                <a:solidFill>
                  <a:srgbClr val="000000"/>
                </a:solidFill>
                <a:latin typeface="Liberation Sans"/>
                <a:ea typeface=""/>
                <a:cs typeface=""/>
              </a:rPr>
              <a:t>Route parity must paginate identically (Cont.)</a:t>
            </a:r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0" y="304800"/>
            <a:ext cx="12192000" cy="5267325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0" tIns="0" rIns="0" bIns="0" rtlCol="0">
            <a:normAutofit/>
          </a:bodyPr>
          <a:lstStyle/>
          <a:p>
            <a:pPr>
              <a:lnSpc>
                <a:spcPts val="2070"/>
              </a:lnSpc>
            </a:pPr>
            <a:r>
              <a:rPr lang="en-US" sz="1800" dirty="0">
                <a:solidFill>
                  <a:srgbClr val="000000"/>
                </a:solidFill>
                <a:latin typeface="Liberation Sans"/>
                <a:ea typeface=""/>
                <a:cs typeface=""/>
              </a:rPr>
              <a:t>Paragraph 8: desktop validation must confirm text overflow, chart fit, and pagination parity across Studio and direct exports. Paragraph 8: desktop validation must confirm text overflow, chart fit, and pagination parity across Studio and direct exports. Paragraph 8: desktop validation must confirm text overflow, chart fit, and pagination parity across Studio and direct exports. Paragraph 8: desktop validation must confirm text overflow, chart fit, and pagination parity across Studio and direct exports. Paragraph 8: desktop validation must confirm text overflow, chart fit, and pagination parity across Studio and direct exports. Paragraph 8: desktop validation must confirm text overflow, chart fit, and pagination parity across Studio and direct exports. Paragraph 8: desktop validation must confirm text overflow, chart fit, and pagination parity across Studio and direct exports. Paragraph 8: desktop validation must confirm text overflow, chart fit, and pagination parity across Studio and direct exports. Paragraph 8: desktop validation must confirm text overflow, chart fit, and pagination parity across Studio and direct exports. Paragraph 8: desktop validation must confirm text overflow, chart fit, and pagination parity across Studio and direct exports. Paragraph 8: desktop validation must confirm text overflow, chart fit, and pagination parity across Studio and direct exports. Paragraph 8: desktop validation must confirm text overflow, chart fit, and pagination parity across Studio and direct exports. Paragraph 8: desktop validation must confirm text overflow, chart fit, and pagination parity across Studio and direct exports. Paragraph 8: desktop validation must confirm text overflow, chart fit, and pagination parity across Studio and direct exports. Paragraph 8: desktop validation must confirm text overflow, chart fit, and pagination parity across Studio and direct exports. Paragraph 8: desktop validation must confirm text overflow, chart fit, and pagination parity across Studio and direct exports. Paragraph 8: desktop validation must confirm text overflow, chart fit, and pagination parity across Studio and direct exports. Paragraph 8: desktop validation must confirm text overflow, chart fit, and pagination parity across Studio and direct exports. 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0" y="0"/>
            <a:ext cx="12192000" cy="314325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0" tIns="0" rIns="0" bIns="0" rtlCol="0">
            <a:normAutofit/>
          </a:bodyPr>
          <a:lstStyle/>
          <a:p>
            <a:pPr>
              <a:lnSpc>
                <a:spcPts val="2415"/>
              </a:lnSpc>
            </a:pPr>
            <a:r>
              <a:rPr lang="en-US" sz="2100" b="1" dirty="0">
                <a:solidFill>
                  <a:srgbClr val="000000"/>
                </a:solidFill>
                <a:latin typeface="Liberation Sans"/>
                <a:ea typeface=""/>
                <a:cs typeface=""/>
              </a:rPr>
              <a:t>Route parity must paginate identically (Cont.)</a:t>
            </a:r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0" y="304800"/>
            <a:ext cx="12192000" cy="5267325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0" tIns="0" rIns="0" bIns="0" rtlCol="0">
            <a:normAutofit/>
          </a:bodyPr>
          <a:lstStyle/>
          <a:p>
            <a:pPr>
              <a:lnSpc>
                <a:spcPts val="2070"/>
              </a:lnSpc>
            </a:pPr>
            <a:r>
              <a:rPr lang="en-US" sz="1800" dirty="0">
                <a:solidFill>
                  <a:srgbClr val="000000"/>
                </a:solidFill>
                <a:latin typeface="Liberation Sans"/>
                <a:ea typeface=""/>
                <a:cs typeface=""/>
              </a:rPr>
              <a:t>Paragraph 9: desktop validation must confirm text overflow, chart fit, and pagination parity across Studio and direct exports. Paragraph 9: desktop validation must confirm text overflow, chart fit, and pagination parity across Studio and direct exports. Paragraph 9: desktop validation must confirm text overflow, chart fit, and pagination parity across Studio and direct exports. Paragraph 9: desktop validation must confirm text overflow, chart fit, and pagination parity across Studio and direct exports. Paragraph 9: desktop validation must confirm text overflow, chart fit, and pagination parity across Studio and direct exports. Paragraph 9: desktop validation must confirm text overflow, chart fit, and pagination parity across Studio and direct exports. Paragraph 9: desktop validation must confirm text overflow, chart fit, and pagination parity across Studio and direct exports. Paragraph 9: desktop validation must confirm text overflow, chart fit, and pagination parity across Studio and direct exports. Paragraph 9: desktop validation must confirm text overflow, chart fit, and pagination parity across Studio and direct exports. Paragraph 9: desktop validation must confirm text overflow, chart fit, and pagination parity across Studio and direct exports. Paragraph 9: desktop validation must confirm text overflow, chart fit, and pagination parity across Studio and direct exports. Paragraph 9: desktop validation must confirm text overflow, chart fit, and pagination parity across Studio and direct exports. Paragraph 9: desktop validation must confirm text overflow, chart fit, and pagination parity across Studio and direct exports. Paragraph 9: desktop validation must confirm text overflow, chart fit, and pagination parity across Studio and direct exports. Paragraph 9: desktop validation must confirm text overflow, chart fit, and pagination parity across Studio and direct exports. Paragraph 9: desktop validation must confirm text overflow, chart fit, and pagination parity across Studio and direct exports. Paragraph 9: desktop validation must confirm text overflow, chart fit, and pagination parity across Studio and direct exports. Paragraph 9: desktop validation must confirm text overflow, chart fit, and pagination parity across Studio and direct exports. 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0" y="0"/>
            <a:ext cx="12192000" cy="314325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0" tIns="0" rIns="0" bIns="0" rtlCol="0">
            <a:normAutofit/>
          </a:bodyPr>
          <a:lstStyle/>
          <a:p>
            <a:pPr>
              <a:lnSpc>
                <a:spcPts val="2415"/>
              </a:lnSpc>
            </a:pPr>
            <a:r>
              <a:rPr lang="en-US" sz="2100" b="1" dirty="0">
                <a:solidFill>
                  <a:srgbClr val="000000"/>
                </a:solidFill>
                <a:latin typeface="Liberation Sans"/>
                <a:ea typeface=""/>
                <a:cs typeface=""/>
              </a:rPr>
              <a:t>Route parity must paginate identically (Cont.)</a:t>
            </a:r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0" y="304800"/>
            <a:ext cx="12192000" cy="5267325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0" tIns="0" rIns="0" bIns="0" rtlCol="0">
            <a:normAutofit/>
          </a:bodyPr>
          <a:lstStyle/>
          <a:p>
            <a:pPr>
              <a:lnSpc>
                <a:spcPts val="2070"/>
              </a:lnSpc>
            </a:pPr>
            <a:r>
              <a:rPr lang="en-US" sz="1800" dirty="0">
                <a:solidFill>
                  <a:srgbClr val="000000"/>
                </a:solidFill>
                <a:latin typeface="Liberation Sans"/>
                <a:ea typeface=""/>
                <a:cs typeface=""/>
              </a:rPr>
              <a:t>Paragraph 10: desktop validation must confirm text overflow, chart fit, and pagination parity across Studio and direct exports. Paragraph 10: desktop validation must confirm text overflow, chart fit, and pagination parity across Studio and direct exports. Paragraph 10: desktop validation must confirm text overflow, chart fit, and pagination parity across Studio and direct exports. Paragraph 10: desktop validation must confirm text overflow, chart fit, and pagination parity across Studio and direct exports. Paragraph 10: desktop validation must confirm text overflow, chart fit, and pagination parity across Studio and direct exports. Paragraph 10: desktop validation must confirm text overflow, chart fit, and pagination parity across Studio and direct exports. Paragraph 10: desktop validation must confirm text overflow, chart fit, and pagination parity across Studio and direct exports. Paragraph 10: desktop validation must confirm text overflow, chart fit, and pagination parity across Studio and direct exports. Paragraph 10: desktop validation must confirm text overflow, chart fit, and pagination parity across Studio and direct exports. Paragraph 10: desktop validation must confirm text overflow, chart fit, and pagination parity across Studio and direct exports. Paragraph 10: desktop validation must confirm text overflow, chart fit, and pagination parity across Studio and direct exports. Paragraph 10: desktop validation must confirm text overflow, chart fit, and pagination parity across Studio and direct exports. Paragraph 10: desktop validation must confirm text overflow, chart fit, and pagination parity across Studio and direct exports. Paragraph 10: desktop validation must confirm text overflow, chart fit, and pagination parity across Studio and direct exports. Paragraph 10: desktop validation must confirm text overflow, chart fit, and pagination parity across Studio and direct exports. Paragraph 10: desktop validation must confirm text overflow, chart fit, and pagination parity across Studio and direct exports. Paragraph 10: desktop validation must confirm text overflow, chart fit, and pagination parity across Studio and direct exports. Paragraph 10: desktop validation must confirm text overflow, chart fit, and pagination parity across Studio and direct exports. 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0" y="0"/>
            <a:ext cx="12192000" cy="314325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0" tIns="0" rIns="0" bIns="0" rtlCol="0">
            <a:normAutofit/>
          </a:bodyPr>
          <a:lstStyle/>
          <a:p>
            <a:pPr>
              <a:lnSpc>
                <a:spcPts val="2415"/>
              </a:lnSpc>
            </a:pPr>
            <a:r>
              <a:rPr lang="en-US" sz="2100" b="1" dirty="0">
                <a:solidFill>
                  <a:srgbClr val="000000"/>
                </a:solidFill>
                <a:latin typeface="Liberation Sans"/>
                <a:ea typeface=""/>
                <a:cs typeface=""/>
              </a:rPr>
              <a:t>Route parity must paginate identically (Cont.)</a:t>
            </a:r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0" y="304800"/>
            <a:ext cx="12192000" cy="5267325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0" tIns="0" rIns="0" bIns="0" rtlCol="0">
            <a:normAutofit/>
          </a:bodyPr>
          <a:lstStyle/>
          <a:p>
            <a:pPr>
              <a:lnSpc>
                <a:spcPts val="2070"/>
              </a:lnSpc>
            </a:pPr>
            <a:r>
              <a:rPr lang="en-US" sz="1800" dirty="0">
                <a:solidFill>
                  <a:srgbClr val="000000"/>
                </a:solidFill>
                <a:latin typeface="Liberation Sans"/>
                <a:ea typeface=""/>
                <a:cs typeface=""/>
              </a:rPr>
              <a:t>Paragraph 11: desktop validation must confirm text overflow, chart fit, and pagination parity across Studio and direct exports. Paragraph 11: desktop validation must confirm text overflow, chart fit, and pagination parity across Studio and direct exports. Paragraph 11: desktop validation must confirm text overflow, chart fit, and pagination parity across Studio and direct exports. Paragraph 11: desktop validation must confirm text overflow, chart fit, and pagination parity across Studio and direct exports. Paragraph 11: desktop validation must confirm text overflow, chart fit, and pagination parity across Studio and direct exports. Paragraph 11: desktop validation must confirm text overflow, chart fit, and pagination parity across Studio and direct exports. Paragraph 11: desktop validation must confirm text overflow, chart fit, and pagination parity across Studio and direct exports. Paragraph 11: desktop validation must confirm text overflow, chart fit, and pagination parity across Studio and direct exports. Paragraph 11: desktop validation must confirm text overflow, chart fit, and pagination parity across Studio and direct exports. Paragraph 11: desktop validation must confirm text overflow, chart fit, and pagination parity across Studio and direct exports. Paragraph 11: desktop validation must confirm text overflow, chart fit, and pagination parity across Studio and direct exports. Paragraph 11: desktop validation must confirm text overflow, chart fit, and pagination parity across Studio and direct exports. Paragraph 11: desktop validation must confirm text overflow, chart fit, and pagination parity across Studio and direct exports. Paragraph 11: desktop validation must confirm text overflow, chart fit, and pagination parity across Studio and direct exports. Paragraph 11: desktop validation must confirm text overflow, chart fit, and pagination parity across Studio and direct exports. Paragraph 11: desktop validation must confirm text overflow, chart fit, and pagination parity across Studio and direct exports. Paragraph 11: desktop validation must confirm text overflow, chart fit, and pagination parity across Studio and direct exports. Paragraph 11: desktop validation must confirm text overflow, chart fit, and pagination parity across Studio and direct exports. 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0" y="0"/>
            <a:ext cx="12192000" cy="314325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0" tIns="0" rIns="0" bIns="0" rtlCol="0">
            <a:normAutofit/>
          </a:bodyPr>
          <a:lstStyle/>
          <a:p>
            <a:pPr>
              <a:lnSpc>
                <a:spcPts val="2415"/>
              </a:lnSpc>
            </a:pPr>
            <a:r>
              <a:rPr lang="en-US" sz="2100" b="1" dirty="0">
                <a:solidFill>
                  <a:srgbClr val="000000"/>
                </a:solidFill>
                <a:latin typeface="Liberation Sans"/>
                <a:ea typeface=""/>
                <a:cs typeface=""/>
              </a:rPr>
              <a:t>Route parity must paginate identically (Cont.)</a:t>
            </a:r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0" y="304800"/>
            <a:ext cx="12192000" cy="5267325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0" tIns="0" rIns="0" bIns="0" rtlCol="0">
            <a:normAutofit/>
          </a:bodyPr>
          <a:lstStyle/>
          <a:p>
            <a:pPr>
              <a:lnSpc>
                <a:spcPts val="2070"/>
              </a:lnSpc>
            </a:pPr>
            <a:r>
              <a:rPr lang="en-US" sz="1800" dirty="0">
                <a:solidFill>
                  <a:srgbClr val="000000"/>
                </a:solidFill>
                <a:latin typeface="Liberation Sans"/>
                <a:ea typeface=""/>
                <a:cs typeface=""/>
              </a:rPr>
              <a:t>Paragraph 12: desktop validation must confirm text overflow, chart fit, and pagination parity across Studio and direct exports. Paragraph 12: desktop validation must confirm text overflow, chart fit, and pagination parity across Studio and direct exports. Paragraph 12: desktop validation must confirm text overflow, chart fit, and pagination parity across Studio and direct exports. Paragraph 12: desktop validation must confirm text overflow, chart fit, and pagination parity across Studio and direct exports. Paragraph 12: desktop validation must confirm text overflow, chart fit, and pagination parity across Studio and direct exports. Paragraph 12: desktop validation must confirm text overflow, chart fit, and pagination parity across Studio and direct exports. Paragraph 12: desktop validation must confirm text overflow, chart fit, and pagination parity across Studio and direct exports. Paragraph 12: desktop validation must confirm text overflow, chart fit, and pagination parity across Studio and direct exports. Paragraph 12: desktop validation must confirm text overflow, chart fit, and pagination parity across Studio and direct exports. Paragraph 12: desktop validation must confirm text overflow, chart fit, and pagination parity across Studio and direct exports. Paragraph 12: desktop validation must confirm text overflow, chart fit, and pagination parity across Studio and direct exports. Paragraph 12: desktop validation must confirm text overflow, chart fit, and pagination parity across Studio and direct exports. Paragraph 12: desktop validation must confirm text overflow, chart fit, and pagination parity across Studio and direct exports. Paragraph 12: desktop validation must confirm text overflow, chart fit, and pagination parity across Studio and direct exports. Paragraph 12: desktop validation must confirm text overflow, chart fit, and pagination parity across Studio and direct exports. Paragraph 12: desktop validation must confirm text overflow, chart fit, and pagination parity across Studio and direct exports. Paragraph 12: desktop validation must confirm text overflow, chart fit, and pagination parity across Studio and direct exports. Paragraph 12: desktop validation must confirm text overflow, chart fit, and pagination parity across Studio and direct exports. 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9D18E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rlito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Deva" typeface="Mangal"/>
      </a:majorFont>
      <a:minorFont>
        <a:latin typeface="Carlito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Deva" typeface="Mang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lumMod val="102000"/>
                <a:satMod val="130000"/>
              </a:schemeClr>
            </a:gs>
            <a:gs pos="100000">
              <a:schemeClr val="phClr">
                <a:shade val="90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4845</Words>
  <Application>Microsoft Macintosh PowerPoint</Application>
  <PresentationFormat>Widescreen</PresentationFormat>
  <Paragraphs>24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Liberation Sans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Long Text Pagination Corpus</dc:title>
  <dc:creator>Runstamp</dc:creator>
  <cp:lastModifiedBy>진용 김</cp:lastModifiedBy>
  <cp:revision>1</cp:revision>
  <dcterms:created xsi:type="dcterms:W3CDTF">1980-01-01T00:00:02Z</dcterms:created>
  <dcterms:modified xsi:type="dcterms:W3CDTF">2026-08-14T13:13:47Z</dcterms:modified>
</cp:coreProperties>
</file>