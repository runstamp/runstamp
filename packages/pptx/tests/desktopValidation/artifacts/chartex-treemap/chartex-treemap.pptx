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Ex1.xml" ContentType="application/vnd.ms-office.chartex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Ex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Ex1.xlsx"/>
</Relationships>
</file>

<file path=ppt/charts/chartEx1.xml><?xml version="1.0" encoding="utf-8"?>
<cx:chartSpace xmlns:cx="http://schemas.microsoft.com/office/drawing/2014/chartex" xmlns:r="http://schemas.openxmlformats.org/officeDocument/2006/relationships" xmlns:a="http://schemas.openxmlformats.org/drawingml/2006/main">
  <cx:chartData>
    <cx:externalData r:id="rId1"/>
    <cx:data id="0">
      <cx:strDim type="cat">
        <cx:lvl ptCount="4">
          <cx:pt idx="0">Core</cx:pt>
          <cx:pt idx="1">Automation</cx:pt>
          <cx:pt idx="2">Implementation</cx:pt>
          <cx:pt idx="3">Advisory</cx:pt>
        </cx:lvl>
        <cx:lvl ptCount="4">
          <cx:pt idx="0">Platform</cx:pt>
          <cx:pt idx="1">Platform</cx:pt>
          <cx:pt idx="2">Services</cx:pt>
          <cx:pt idx="3">Services</cx:pt>
        </cx:lvl>
      </cx:strDim>
      <cx:numDim type="val">
        <cx:lvl ptCount="4">
          <cx:pt idx="0">58</cx:pt>
          <cx:pt idx="1">24</cx:pt>
          <cx:pt idx="2">18</cx:pt>
          <cx:pt idx="3">12</cx:pt>
        </cx:lvl>
      </cx:numDim>
    </cx:data>
  </cx:chartData>
  <cx:chart>
    <cx:title>
      <cx:tx>
        <cx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ARR by product family</a:t>
            </a:r>
          </a:p>
        </cx:rich>
      </cx:tx>
    </cx:title>
    <cx:plotArea>
      <cx:plotAreaRegion>
        <cx:series layoutId="treemap">
          <cx:dataPt idx="0">
            <cx:spPr>
              <a:solidFill>
                <a:srgbClr val="2563EB"/>
              </a:solidFill>
            </cx:spPr>
          </cx:dataPt>
          <cx:dataPt idx="1">
            <cx:spPr>
              <a:solidFill>
                <a:srgbClr val="0EA5E9"/>
              </a:solidFill>
            </cx:spPr>
          </cx:dataPt>
          <cx:dataPt idx="2">
            <cx:spPr>
              <a:solidFill>
                <a:srgbClr val="F97316"/>
              </a:solidFill>
            </cx:spPr>
          </cx:dataPt>
          <cx:dataPt idx="3">
            <cx:spPr>
              <a:solidFill>
                <a:srgbClr val="FB923C"/>
              </a:solidFill>
            </cx:spPr>
          </cx:dataPt>
          <cx:dataId val="0"/>
        </cx:series>
      </cx:plotAreaRegion>
    </cx:plotArea>
    <cx:legend pos="b" align="ctr" overlay="0"/>
  </cx:chart>
</cx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microsoft.com/office/2014/relationships/chartEx" Target="../charts/chartEx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5300" y="30480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ChartEx coverage is part of the permanent desktop corpus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66750" y="971550"/>
          <a:ext cx="7810500" cy="3238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ChartEx Treemap Corpus</dc:title>
  <dc:creator>PaperJSX</dc:creator>
  <cp:lastModifiedBy>PaperJSX</cp:lastModifiedBy>
  <cp:revision>1</cp:revision>
  <dcterms:created xsi:type="dcterms:W3CDTF">2026-03-18T23:30:21Z</dcterms:created>
  <dcterms:modified xsi:type="dcterms:W3CDTF">2026-03-18T23:30:21Z</dcterms:modified>
</cp:coreProperties>
</file>